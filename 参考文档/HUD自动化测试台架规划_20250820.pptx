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454" r:id="rId3"/>
    <p:sldId id="942" r:id="rId4"/>
    <p:sldId id="941" r:id="rId5"/>
    <p:sldId id="946" r:id="rId6"/>
    <p:sldId id="945" r:id="rId7"/>
    <p:sldId id="808" r:id="rId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6" userDrawn="1">
          <p15:clr>
            <a:srgbClr val="A4A3A4"/>
          </p15:clr>
        </p15:guide>
        <p15:guide id="2" pos="294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.yan42@byd.com" initials="l" lastIdx="0" clrIdx="0"/>
  <p:cmAuthor id="7" name="liu.tingting7@byd.com" initials="l" lastIdx="6" clrIdx="6"/>
  <p:cmAuthor id="1" name="gong.zhijun@byd.com" initials="g" lastIdx="20" clrIdx="0"/>
  <p:cmAuthor id="8" name="byd_lenovo" initials="b" lastIdx="2" clrIdx="7"/>
  <p:cmAuthor id="2" name="wang.wei56@byd.com" initials="w" lastIdx="1" clrIdx="1"/>
  <p:cmAuthor id="3" name="zhu.xiaoling2@byd.com" initials="z" lastIdx="1" clrIdx="1"/>
  <p:cmAuthor id="4" name="工程院电动汽车研究开发部公用85" initials="工程院电动汽车研" lastIdx="3" clrIdx="4"/>
  <p:cmAuthor id="5" name="Bian Yougang" initials="BYG" lastIdx="1" clrIdx="4"/>
  <p:cmAuthor id="6" name="gao.wenchao" initials="g" lastIdx="1" clrIdx="5"/>
  <p:cmAuthor id="9" name="song.xingguang" initials="s" lastIdx="1" clrIdx="8"/>
  <p:cmAuthor id="10" name="zhou.jing12" initials="z" lastIdx="3" clrIdx="9"/>
  <p:cmAuthor id="11" name="wang.xuezheng" initials="w" lastIdx="1" clrIdx="10"/>
  <p:cmAuthor id="12" name="lin.yongming" initials="l" lastIdx="1" clrIdx="11"/>
  <p:cmAuthor id="13" name="ding.huan1" initials="d" lastIdx="14" clrIdx="12"/>
  <p:cmAuthor id="23" name="Hongsheng GU" initials="t" lastIdx="65" clrIdx="22"/>
  <p:cmAuthor id="24" name="Windows 用户" initials="W用" lastIdx="1" clrIdx="23"/>
  <p:cmAuthor id="75" name="作者" initials="A" lastIdx="0" clrIdx="24"/>
  <p:cmAuthor id="16" name="li.li8" initials="l" lastIdx="1" clrIdx="15"/>
  <p:cmAuthor id="191251535" name="沈霄雷" initials="沈" lastIdx="833089" clrIdx="0"/>
  <p:cmAuthor id="15" name="wang.qiwu" initials="w" lastIdx="2" clrIdx="14"/>
  <p:cmAuthor id="20" name="xiong.wenjie" initials="x" lastIdx="1" clrIdx="19"/>
  <p:cmAuthor id="14" name="黄超" initials="黄" lastIdx="3" clrIdx="3"/>
  <p:cmAuthor id="17" name="安然" initials="安" lastIdx="1" clrIdx="0"/>
  <p:cmAuthor id="18" name="ggf" initials="g" lastIdx="1" clrIdx="18"/>
  <p:cmAuthor id="19" name="jinyaoguo" initials="j" lastIdx="1" clrIdx="0"/>
  <p:cmAuthor id="21" name="赵兰玉" initials="赵" lastIdx="1" clrIdx="0"/>
  <p:cmAuthor id="22" name="未知用户4" initials="未" lastIdx="502" clrIdx="0"/>
  <p:cmAuthor id="25" name="Qingyunli" initials="Q" lastIdx="24" clrIdx="0"/>
  <p:cmAuthor id="26" name="徐光宇" initials="徐" lastIdx="1" clrIdx="0"/>
  <p:cmAuthor id="27" name="Liu, Leo (MBSHR cs)" initials="L" lastIdx="2" clrIdx="0"/>
  <p:cmAuthor id="28" name="刘豹" initials="刘" lastIdx="0" clrIdx="0"/>
  <p:cmAuthor id="29" name="未知用户12" initials="未" lastIdx="7" clrIdx="0"/>
  <p:cmAuthor id="30" name="刘广艳" initials="刘" lastIdx="10" clrIdx="1"/>
  <p:cmAuthor id="31" name="未知用户13" initials="未" lastIdx="23" clrIdx="0"/>
  <p:cmAuthor id="32" name="liying" initials="l" lastIdx="11" clrIdx="0"/>
  <p:cmAuthor id="33" name="毕军(0212009)" initials="毕" lastIdx="10" clrIdx="0"/>
  <p:cmAuthor id="34" name="dadi" initials="d" lastIdx="2" clrIdx="1"/>
  <p:cmAuthor id="35" name="郑廷东" initials="郑" lastIdx="25" clrIdx="0"/>
  <p:cmAuthor id="36" name="张田田" initials="张" lastIdx="23" clrIdx="2"/>
  <p:cmAuthor id="37" name="刘传坤" initials="刘" lastIdx="15" clrIdx="0"/>
  <p:cmAuthor id="38" name="徐杰" initials="徐" lastIdx="1" clrIdx="0"/>
  <p:cmAuthor id="39" name="未知用户35" initials="未" lastIdx="1" clrIdx="0"/>
  <p:cmAuthor id="40" name="王霞" initials="王" lastIdx="1" clrIdx="1"/>
  <p:cmAuthor id="41" name="张宏伟" initials="张" lastIdx="46" clrIdx="0"/>
  <p:cmAuthor id="42" name="未知用户31" initials="未" lastIdx="1" clrIdx="0"/>
  <p:cmAuthor id="43" name="未知用户32" initials="未" lastIdx="8" clrIdx="0"/>
  <p:cmAuthor id="44" name="未知用户33" initials="未" lastIdx="2" clrIdx="2"/>
  <p:cmAuthor id="45" name="马静" initials="马" lastIdx="0" clrIdx="0"/>
  <p:cmAuthor id="46" name="刘艳龙" initials="刘" lastIdx="1" clrIdx="0"/>
  <p:cmAuthor id="47" name="rq fan" initials="r" lastIdx="3" clrIdx="1"/>
  <p:cmAuthor id="48" name="dingbo" initials="d" lastIdx="1" clrIdx="0"/>
  <p:cmAuthor id="49" name="李永欣" initials="李" lastIdx="1" clrIdx="0"/>
  <p:cmAuthor id="50" name="仝德志" initials="仝" lastIdx="1" clrIdx="0"/>
  <p:cmAuthor id="51" name="许弘扬" initials="许" lastIdx="1" clrIdx="0"/>
  <p:cmAuthor id="52" name="未知用户23" initials="未" lastIdx="1" clrIdx="1"/>
  <p:cmAuthor id="53" name="未知用户24" initials="未" lastIdx="1" clrIdx="0"/>
  <p:cmAuthor id="54" name="未知用户25" initials="未" lastIdx="1" clrIdx="0"/>
  <p:cmAuthor id="55" name="未知用户26" initials="未" lastIdx="1" clrIdx="0"/>
  <p:cmAuthor id="56" name="未知用户27" initials="未" lastIdx="1" clrIdx="0"/>
  <p:cmAuthor id="57" name="未知用户28" initials="未" lastIdx="1" clrIdx="0"/>
  <p:cmAuthor id="58" name="未知用户29" initials="未" lastIdx="1" clrIdx="0"/>
  <p:cmAuthor id="59" name="未知用户30" initials="未" lastIdx="4" clrIdx="0"/>
  <p:cmAuthor id="60" name="未知用户11" initials="未" lastIdx="23" clrIdx="0"/>
  <p:cmAuthor id="61" name="郝崇" initials="郝" lastIdx="4" clrIdx="1"/>
  <p:cmAuthor id="62" name="吴杰" initials="吴" lastIdx="1" clrIdx="0"/>
  <p:cmAuthor id="63" name="刘丽仙" initials="刘" lastIdx="4" clrIdx="33"/>
  <p:cmAuthor id="64" name="贡鑫" initials="贡" lastIdx="2" clrIdx="0"/>
  <p:cmAuthor id="65" name="陈尚文" initials="陈" lastIdx="1" clrIdx="1"/>
  <p:cmAuthor id="66" name="杜雪梅" initials="杜" lastIdx="1" clrIdx="0"/>
  <p:cmAuthor id="67" name="lijin" initials="l" lastIdx="33" clrIdx="0"/>
  <p:cmAuthor id="68" name="张雁" initials="张" lastIdx="1" clrIdx="19"/>
  <p:cmAuthor id="69" name="贾清山" initials="贾" lastIdx="1" clrIdx="0"/>
  <p:cmAuthor id="70" name="陈桂枝" initials="陈" lastIdx="1" clrIdx="0"/>
  <p:cmAuthor id="71" name="未知用户" initials="未" lastIdx="2" clrIdx="0"/>
  <p:cmAuthor id="72" name="新萝卜家园" initials="新" lastIdx="0" clrIdx="0"/>
  <p:cmAuthor id="73" name="李正" initials="李" lastIdx="1" clrIdx="0"/>
  <p:cmAuthor id="74" name="孟祥超" initials="孟" lastIdx="4" clrIdx="1"/>
  <p:cmAuthor id="76" name="周开雷" initials="周" lastIdx="8" clrIdx="0"/>
  <p:cmAuthor id="77" name="未知用户22" initials="未" lastIdx="34" clrIdx="0"/>
  <p:cmAuthor id="78" name="lx" initials="l" lastIdx="2" clrIdx="0"/>
  <p:cmAuthor id="79" name="李振宇" initials="李" lastIdx="1" clrIdx="5"/>
  <p:cmAuthor id="80" name="邹洋" initials="邹" lastIdx="2" clrIdx="0"/>
  <p:cmAuthor id="81" name="yangkun" initials="y" lastIdx="0" clrIdx="0"/>
  <p:cmAuthor id="82" name="Lenovo User" initials="L" lastIdx="1" clrIdx="0"/>
  <p:cmAuthor id="83" name="hys2" initials="h" lastIdx="1" clrIdx="0"/>
  <p:cmAuthor id="84" name="朱绍春" initials="朱" lastIdx="13" clrIdx="0"/>
  <p:cmAuthor id="85" name="朱悦龙" initials="朱" lastIdx="1" clrIdx="0"/>
  <p:cmAuthor id="86" name="吴铁映" initials="吴" lastIdx="1" clrIdx="34"/>
  <p:cmAuthor id="87" name="Yuan Hu" initials="Y" lastIdx="1" clrIdx="0"/>
  <p:cmAuthor id="88" name="andres.x.gomez" initials="a" lastIdx="4" clrIdx="0"/>
  <p:cmAuthor id="89" name="张艳芳" initials="张" lastIdx="3" clrIdx="0"/>
  <p:cmAuthor id="90" name="邹积逊" initials="邹" lastIdx="1" clrIdx="0"/>
  <p:cmAuthor id="91" name="未知用户17" initials="未" lastIdx="1" clrIdx="1"/>
  <p:cmAuthor id="92" name="未知用户20" initials="未" lastIdx="1" clrIdx="0"/>
  <p:cmAuthor id="93" name="未知用户19" initials="未" lastIdx="1" clrIdx="0"/>
  <p:cmAuthor id="94" name="未知用户21" initials="未" lastIdx="1" clrIdx="0"/>
  <p:cmAuthor id="95" name="未知用户14" initials="未" lastIdx="1" clrIdx="0"/>
  <p:cmAuthor id="96" name="王向羽" initials="王" lastIdx="1" clrIdx="0"/>
  <p:cmAuthor id="98" name="张 茜" initials="张" lastIdx="1" clrIdx="35"/>
  <p:cmAuthor id="100" name="dai.ting1" initials="d" lastIdx="1" clrIdx="99"/>
  <p:cmAuthor id="99" name="xie.zhao" initials="x" lastIdx="1" clrIdx="98"/>
  <p:cmAuthor id="102" name="zou.linli" initials="z" lastIdx="14" clrIdx="101"/>
  <p:cmAuthor id="97" name="admin" initials="a" lastIdx="1" clrIdx="0"/>
  <p:cmAuthor id="103" name="zhao.jin35" initials="z" lastIdx="2" clrIdx="102"/>
  <p:cmAuthor id="101" name="jia.fengjiao1" initials="j" lastIdx="1" clrIdx="100"/>
  <p:cmAuthor id="104" name="zhang.lei147" initials="z" lastIdx="1" clrIdx="103"/>
  <p:cmAuthor id="106" name="pang.qian" initials="p" lastIdx="7" clrIdx="101"/>
  <p:cmAuthor id="107" name="sun.zeduan" initials="s" lastIdx="1" clrIdx="105"/>
  <p:cmAuthor id="108" name="shi.shifeng" initials="s" lastIdx="1" clrIdx="104"/>
  <p:cmAuthor id="109" name="zhu.xiaoling2" initials="z" lastIdx="1" clrIdx="108"/>
  <p:cmAuthor id="110" name="chen.weikun2" initials="c" lastIdx="1" clrIdx="109"/>
  <p:cmAuthor id="191251536" name="Lam" initials="L" lastIdx="1" clrIdx="25"/>
  <p:cmAuthor id="191251537" name="williamwhu@163.com" initials="w" lastIdx="1" clrIdx="26"/>
  <p:cmAuthor id="105" name="冯书杰" initials="FSJ" lastIdx="1" clrIdx="104"/>
  <p:cmAuthor id="111" name="si.chunyan" initials="s" lastIdx="5" clrIdx="110"/>
  <p:cmAuthor id="2000" name="唐骏（3F-D6-9)_fmQzAnyu" initials="authorId_61923566" lastIdx="0" clrIdx="0"/>
  <p:cmAuthor id="112" name="jia.penggang" initials="j" lastIdx="1" clrIdx="111"/>
  <p:cmAuthor id="116" name="li.jianwei1@byd.com" initials="l" lastIdx="3" clrIdx="115"/>
  <p:cmAuthor id="115" name="gao.jie25" initials="g" lastIdx="8" clrIdx="114"/>
  <p:cmAuthor id="114" name="sun.haochen" initials="s" lastIdx="4" clrIdx="113"/>
  <p:cmAuthor id="119" name="周斌杰" initials="周斌杰" lastIdx="1" clrIdx="118"/>
  <p:cmAuthor id="117" name="gong.jian5" initials="g" lastIdx="1" clrIdx="116"/>
  <p:cmAuthor id="122" name="li.nannan5" initials="l" lastIdx="1" clrIdx="121"/>
  <p:cmAuthor id="2001" name="尹琦-商业广告_QvumFjU3" initials="authorId_1322709835" lastIdx="0" clrIdx="0"/>
  <p:cmAuthor id="126" name="chen.lin55" initials="c" lastIdx="1" clrIdx="125"/>
  <p:cmAuthor id="113" name="shi.zhibin" initials="s" lastIdx="1" clrIdx="106"/>
  <p:cmAuthor id="125" name="li.wei149" initials="l" lastIdx="1" clrIdx="124"/>
  <p:cmAuthor id="121" name="xu.wei40" initials="x" lastIdx="1" clrIdx="120"/>
  <p:cmAuthor id="120" name="李亚坤" initials="l" lastIdx="1" clrIdx="119"/>
  <p:cmAuthor id="118" name="bei.ming" initials="b" lastIdx="1" clrIdx="117"/>
  <p:cmAuthor id="210492765" name="施普希（菜菜）" initials="施" lastIdx="0" clrIdx="0"/>
  <p:cmAuthor id="210492766" name="曹 朝辉" initials="曹" lastIdx="1" clrIdx="14"/>
  <p:cmAuthor id="8535702" name="曾蓓/贝贝" initials="曾" lastIdx="0" clrIdx="0"/>
  <p:cmAuthor id="127" name="王景红" initials="" lastIdx="6" clrIdx="3"/>
  <p:cmAuthor id="128" name="席金煜" initials="" lastIdx="42" clrIdx="4"/>
  <p:cmAuthor id="129" name="樊佳佳" initials="" lastIdx="59" clrIdx="5"/>
  <p:cmAuthor id="143" name="郑汝鸿" initials="郑" lastIdx="2" clrIdx="0"/>
  <p:cmAuthor id="145" name="惠莲" initials="惠" lastIdx="37" clrIdx="4"/>
  <p:cmAuthor id="146" name="邢辰凤" initials="邢" lastIdx="45" clrIdx="7"/>
  <p:cmAuthor id="150" name="未知用户39" initials="未" lastIdx="2" clrIdx="1"/>
  <p:cmAuthor id="152" name="liang ma" initials="l" lastIdx="1" clrIdx="35"/>
  <p:cmAuthor id="153" name="张惠" initials="张" lastIdx="1" clrIdx="0"/>
  <p:cmAuthor id="154" name="office" initials="o" lastIdx="1" clrIdx="1"/>
  <p:cmAuthor id="155" name="Zhou, Judy" initials="Z" lastIdx="9" clrIdx="0"/>
  <p:cmAuthor id="156" name="贾红喜" initials="贾" lastIdx="4" clrIdx="0"/>
  <p:cmAuthor id="157" name="冯帅" initials="冯" lastIdx="1" clrIdx="0"/>
  <p:cmAuthor id="158" name="张成真" initials="张" lastIdx="1" clrIdx="0"/>
  <p:cmAuthor id="159" name="朱海平" initials="朱" lastIdx="1" clrIdx="16"/>
  <p:cmAuthor id="162" name="张静" initials="张" lastIdx="9" clrIdx="0"/>
  <p:cmAuthor id="164" name="沈永强" initials="沈" lastIdx="1" clrIdx="0"/>
  <p:cmAuthor id="167" name="谭涛" initials="谭" lastIdx="11" clrIdx="4"/>
  <p:cmAuthor id="168" name="scx" initials="s" lastIdx="1" clrIdx="6"/>
  <p:cmAuthor id="169" name="qinghui han" initials="q" lastIdx="24" clrIdx="0"/>
  <p:cmAuthor id="170" name="Youwen Sun" initials="Y" lastIdx="3" clrIdx="1"/>
  <p:cmAuthor id="175" name="董威" initials="董" lastIdx="0" clrIdx="0"/>
  <p:cmAuthor id="176" name="吕冰鑫" initials="吕" lastIdx="1" clrIdx="0"/>
  <p:cmAuthor id="179" name="仵新荣" initials="仵" lastIdx="11" clrIdx="0"/>
  <p:cmAuthor id="180" name="赵洪丹" initials="赵" lastIdx="173" clrIdx="2"/>
  <p:cmAuthor id="181" name="????" initials="?" lastIdx="24" clrIdx="3"/>
  <p:cmAuthor id="182" name="刘" initials="刘" lastIdx="8" clrIdx="0"/>
  <p:cmAuthor id="183" name="张德胜" initials="张" lastIdx="2" clrIdx="1"/>
  <p:cmAuthor id="184" name="张" initials="张" lastIdx="105" clrIdx="2"/>
  <p:cmAuthor id="185" name="赵丽丽" initials="赵" lastIdx="6" clrIdx="3"/>
  <p:cmAuthor id="186" name="周建文" initials="周" lastIdx="6" clrIdx="4"/>
  <p:cmAuthor id="187" name="广东伊利" initials="广" lastIdx="122" clrIdx="5"/>
  <p:cmAuthor id="188" name="毛香勤" initials="毛" lastIdx="26" clrIdx="6"/>
  <p:cmAuthor id="189" name="朱彩霞" initials="朱" lastIdx="2" clrIdx="0"/>
  <p:cmAuthor id="191" name="王婷慧" initials="王" lastIdx="829" clrIdx="0"/>
  <p:cmAuthor id="130" name="王伟" initials="王" lastIdx="494" clrIdx="2"/>
  <p:cmAuthor id="131" name="姜亚荣" initials="姜" lastIdx="778" clrIdx="3"/>
  <p:cmAuthor id="132" name="杨晶" initials="杨" lastIdx="26" clrIdx="0"/>
  <p:cmAuthor id="133" name="张利英" initials="张" lastIdx="2" clrIdx="2"/>
  <p:cmAuthor id="134" name="张双文" initials="张" lastIdx="2" clrIdx="3"/>
  <p:cmAuthor id="135" name="任勇" initials="任" lastIdx="5" clrIdx="0"/>
  <p:cmAuthor id="136" name="李天骄" initials="李" lastIdx="2" clrIdx="1"/>
  <p:cmAuthor id="137" name="王川雪" initials="王" lastIdx="65" clrIdx="0"/>
  <p:cmAuthor id="138" name="宋少霞" initials="宋" lastIdx="1" clrIdx="2"/>
  <p:cmAuthor id="139" name="樊革霞" initials="樊" lastIdx="56" clrIdx="0"/>
  <p:cmAuthor id="142" name="郭金玲" initials="郭" lastIdx="2" clrIdx="2"/>
  <p:cmAuthor id="147" name="fgx" initials="f" lastIdx="6" clrIdx="6"/>
  <p:cmAuthor id="149" name="杨秀丰" initials="杨" lastIdx="62" clrIdx="2"/>
  <p:cmAuthor id="210" name="李刚" initials="李" lastIdx="3" clrIdx="0"/>
  <p:cmAuthor id="124" name="p30037348206" initials="p" lastIdx="1" clrIdx="123"/>
  <p:cmAuthor id="174" name="liu.heng" initials="l" lastIdx="1" clrIdx="173"/>
  <p:cmAuthor id="141" name="刘云轩" initials="刘" lastIdx="1" clrIdx="0"/>
  <p:cmAuthor id="163" name="zhang.bo102" initials="z" lastIdx="1" clrIdx="101"/>
  <p:cmAuthor id="166" name="wang.jian97" initials="w" lastIdx="1" clrIdx="165"/>
  <p:cmAuthor id="307" name="未知的使用者62" initials="未" lastIdx="1" clrIdx="1"/>
  <p:cmAuthor id="308" name="未知的使用者58" initials="未" lastIdx="1" clrIdx="0"/>
  <p:cmAuthor id="309" name="未知用户38" initials="未" lastIdx="8" clrIdx="0"/>
  <p:cmAuthor id="311" name="Admin" initials="A" lastIdx="1" clrIdx="2"/>
  <p:cmAuthor id="312" name="Chun Chung YEH" initials="C" lastIdx="2" clrIdx="0"/>
  <p:cmAuthor id="313" name="user" initials="u" lastIdx="1" clrIdx="75"/>
  <p:cmAuthor id="314" name="Vicky" initials="V" lastIdx="1" clrIdx="1"/>
  <p:cmAuthor id="316" name="sharon" initials="s" lastIdx="1" clrIdx="84"/>
  <p:cmAuthor id="317" name="未知的使用者81" initials="未" lastIdx="3" clrIdx="0"/>
  <p:cmAuthor id="321" name="未知用户111" initials="未" lastIdx="1" clrIdx="1"/>
  <p:cmAuthor id="322" name="alpha" initials="a" lastIdx="1" clrIdx="0"/>
  <p:cmAuthor id="323" name="未知用户37" initials="未" lastIdx="1" clrIdx="0"/>
  <p:cmAuthor id="324" name="Unknown User22" initials="U" lastIdx="1" clrIdx="0"/>
  <p:cmAuthor id="325" name="Unknown User23" initials="U" lastIdx="1" clrIdx="0"/>
  <p:cmAuthor id="326" name="未知的使用者75" initials="未" lastIdx="1" clrIdx="0"/>
  <p:cmAuthor id="327" name="未知的使用者77" initials="未" lastIdx="1" clrIdx="0"/>
  <p:cmAuthor id="328" name="未知的使用者78" initials="未" lastIdx="5" clrIdx="1"/>
  <p:cmAuthor id="329" name="未知的使用者79" initials="未" lastIdx="0" clrIdx="1"/>
  <p:cmAuthor id="330" name="未知的使用者80" initials="未" lastIdx="6" clrIdx="0"/>
  <p:cmAuthor id="331" name="未知的使用者82" initials="未" lastIdx="1" clrIdx="0"/>
  <p:cmAuthor id="332" name="未知的使用者83" initials="未" lastIdx="1" clrIdx="0"/>
  <p:cmAuthor id="333" name="未知的使用者84" initials="未" lastIdx="1" clrIdx="1"/>
  <p:cmAuthor id="334" name="未知的使用者85" initials="未" lastIdx="1" clrIdx="0"/>
  <p:cmAuthor id="335" name="未知的使用者87" initials="未" lastIdx="1" clrIdx="0"/>
  <p:cmAuthor id="336" name="未知的使用者90" initials="未" lastIdx="8" clrIdx="0"/>
  <p:cmAuthor id="337" name="未知的使用者91" initials="未" lastIdx="1" clrIdx="0"/>
  <p:cmAuthor id="338" name="CHRISYU" initials="C" lastIdx="1" clrIdx="0"/>
  <p:cmAuthor id="339" name="liucunri" initials="l" lastIdx="1" clrIdx="0"/>
  <p:cmAuthor id="140" name="Christina" initials="C" lastIdx="0" clrIdx="0"/>
  <p:cmAuthor id="144" name="未知用户102" initials="未" lastIdx="1" clrIdx="1"/>
  <p:cmAuthor id="148" name="未知的使用者93" initials="未" lastIdx="1" clrIdx="1"/>
  <p:cmAuthor id="151" name="未知的使用者120" initials="未" lastIdx="1" clrIdx="0"/>
  <p:cmAuthor id="160" name="未知用户123" initials="未" lastIdx="1" clrIdx="0"/>
  <p:cmAuthor id="161" name="未知用户124" initials="未" lastIdx="1" clrIdx="0"/>
  <p:cmAuthor id="165" name="未知用户84" initials="未" lastIdx="1" clrIdx="0"/>
  <p:cmAuthor id="178" name="未知用户7" initials="未" lastIdx="1" clrIdx="0"/>
  <p:cmAuthor id="190" name="Unknown User111" initials="U" lastIdx="1" clrIdx="0"/>
  <p:cmAuthor id="192" name="Unknown User63" initials="U" lastIdx="8" clrIdx="0"/>
  <p:cmAuthor id="193" name="Unknown User115" initials="U" lastIdx="10" clrIdx="0"/>
  <p:cmAuthor id="194" name="Unknown User116" initials="U" lastIdx="0" clrIdx="1"/>
  <p:cmAuthor id="195" name="Unknown User65" initials="U" lastIdx="1" clrIdx="0"/>
  <p:cmAuthor id="196" name="Unknown User66" initials="U" lastIdx="1" clrIdx="0"/>
  <p:cmAuthor id="197" name="Unknown User67" initials="U" lastIdx="1" clrIdx="0"/>
  <p:cmAuthor id="198" name="Unknown User68" initials="U" lastIdx="1" clrIdx="0"/>
  <p:cmAuthor id="199" name="Unknown User69" initials="U" lastIdx="8" clrIdx="0"/>
  <p:cmAuthor id="200" name="Unknown User70" initials="U" lastIdx="1" clrIdx="0"/>
  <p:cmAuthor id="201" name="未知的使用者112" initials="未" lastIdx="1" clrIdx="1"/>
  <p:cmAuthor id="202" name="未知的使用者113" initials="未" lastIdx="1" clrIdx="2"/>
  <p:cmAuthor id="203" name="未知的使用者117" initials="未" lastIdx="1" clrIdx="0"/>
  <p:cmAuthor id="204" name="未知的使用者118" initials="未" lastIdx="1" clrIdx="0"/>
  <p:cmAuthor id="205" name="未知的使用者115" initials="未" lastIdx="1" clrIdx="1"/>
  <p:cmAuthor id="206" name="clinchen" initials="c" lastIdx="0" clrIdx="1"/>
  <p:cmAuthor id="208" name="hanjuncompany" initials="h" lastIdx="1" clrIdx="0"/>
  <p:cmAuthor id="209" name="未知用户3" initials="未" lastIdx="1" clrIdx="0"/>
  <p:cmAuthor id="211" name="未知的使用者63" initials="未" lastIdx="1" clrIdx="0"/>
  <p:cmAuthor id="212" name="未知的使用者64" initials="未" lastIdx="3" clrIdx="1"/>
  <p:cmAuthor id="213" name="未知的使用者48" initials="未" lastIdx="1" clrIdx="0"/>
  <p:cmAuthor id="214" name="未知的使用者47" initials="未" lastIdx="1" clrIdx="0"/>
  <p:cmAuthor id="215" name="未知的使用者49" initials="未" lastIdx="1" clrIdx="0"/>
  <p:cmAuthor id="216" name="未知的使用者60" initials="未" lastIdx="8" clrIdx="0"/>
  <p:cmAuthor id="217" name="未知的使用者59" initials="未" lastIdx="1" clrIdx="0"/>
  <p:cmAuthor id="218" name="未知的使用者57" initials="未" lastIdx="1" clrIdx="0"/>
  <p:cmAuthor id="219" name="未知的使用者54" initials="未" lastIdx="1" clrIdx="0"/>
  <p:cmAuthor id="220" name="未知的使用者66" initials="未" lastIdx="8" clrIdx="0"/>
  <p:cmAuthor id="221" name="未知的使用者65" initials="未" lastIdx="1" clrIdx="0"/>
  <p:cmAuthor id="222" name="maxine" initials="m" lastIdx="0" clrIdx="0"/>
  <p:cmAuthor id="223" name="未知的使用者43" initials="未" lastIdx="1" clrIdx="0"/>
  <p:cmAuthor id="224" name="未知的使用者40" initials="未" lastIdx="1" clrIdx="0"/>
  <p:cmAuthor id="225" name="未知的使用者105" initials="未" lastIdx="1" clrIdx="0"/>
  <p:cmAuthor id="226" name="未知的使用者106" initials="未" lastIdx="3" clrIdx="1"/>
  <p:cmAuthor id="227" name="未知的使用者107" initials="未" lastIdx="1" clrIdx="1"/>
  <p:cmAuthor id="228" name="未知的使用者108" initials="未" lastIdx="1" clrIdx="0"/>
  <p:cmAuthor id="229" name="未知的使用者86" initials="未" lastIdx="1" clrIdx="0"/>
  <p:cmAuthor id="230" name="未知的使用者103" initials="未" lastIdx="8" clrIdx="0"/>
  <p:cmAuthor id="231" name="未知的使用者104" initials="未" lastIdx="1" clrIdx="0"/>
  <p:cmAuthor id="233" name="未知的使用者116" initials="未" lastIdx="1" clrIdx="1"/>
  <p:cmAuthor id="234" name="未知的使用者42" initials="未" lastIdx="8" clrIdx="0"/>
  <p:cmAuthor id="235" name="未知的使用者44" initials="未" lastIdx="1" clrIdx="0"/>
  <p:cmAuthor id="236" name="未知的使用者36" initials="未" lastIdx="8" clrIdx="0"/>
  <p:cmAuthor id="237" name="未知的使用者37" initials="未" lastIdx="1" clrIdx="0"/>
  <p:cmAuthor id="238" name="未知的使用者38" initials="未" lastIdx="1" clrIdx="0"/>
  <p:cmAuthor id="239" name="未知的使用者45" initials="未" lastIdx="8" clrIdx="0"/>
  <p:cmAuthor id="240" name="未知的使用者126" initials="未" lastIdx="1" clrIdx="0"/>
  <p:cmAuthor id="241" name="未知的使用者127" initials="未" lastIdx="3" clrIdx="1"/>
  <p:cmAuthor id="242" name="未知的使用者128" initials="未" lastIdx="1" clrIdx="1"/>
  <p:cmAuthor id="243" name="未知的使用者124" initials="未" lastIdx="1" clrIdx="0"/>
  <p:cmAuthor id="244" name="未知的使用者125" initials="未" lastIdx="1" clrIdx="0"/>
  <p:cmAuthor id="245" name="Sara Chen" initials="S" lastIdx="1" clrIdx="0"/>
  <p:cmAuthor id="246" name="huang gerrard" initials="h" lastIdx="1" clrIdx="0"/>
  <p:cmAuthor id="247" name="未知用户170" initials="未" lastIdx="1" clrIdx="0"/>
  <p:cmAuthor id="248" name="未知用户171" initials="未" lastIdx="5" clrIdx="1"/>
  <p:cmAuthor id="249" name="未知用户172" initials="未" lastIdx="1" clrIdx="1"/>
  <p:cmAuthor id="250" name="未知用户173" initials="未" lastIdx="1" clrIdx="0"/>
  <p:cmAuthor id="251" name="未知用户149" initials="未" lastIdx="1" clrIdx="0"/>
  <p:cmAuthor id="252" name="未知用户150" initials="未" lastIdx="1" clrIdx="0"/>
  <p:cmAuthor id="253" name="未知用户151" initials="未" lastIdx="2" clrIdx="0"/>
  <p:cmAuthor id="254" name="未知用户152" initials="未" lastIdx="8" clrIdx="0"/>
  <p:cmAuthor id="255" name="未知用户153" initials="未" lastIdx="8" clrIdx="0"/>
  <p:cmAuthor id="256" name="未知用户154" initials="未" lastIdx="1" clrIdx="0"/>
  <p:cmAuthor id="257" name="未知用户155" initials="未" lastIdx="1" clrIdx="0"/>
  <p:cmAuthor id="258" name="未知用户41" initials="未" lastIdx="8" clrIdx="0"/>
  <p:cmAuthor id="259" name="未知用户44" initials="未" lastIdx="1" clrIdx="0"/>
  <p:cmAuthor id="260" name="未知用户45" initials="未" lastIdx="1" clrIdx="0"/>
  <p:cmAuthor id="261" name="未知用户156" initials="未" lastIdx="10" clrIdx="0"/>
  <p:cmAuthor id="262" name="未知用户64" initials="未" lastIdx="1" clrIdx="0"/>
  <p:cmAuthor id="263" name="未知用户65" initials="未" lastIdx="1" clrIdx="0"/>
  <p:cmAuthor id="264" name="未知用户68" initials="未" lastIdx="1" clrIdx="0"/>
  <p:cmAuthor id="265" name="未知用户69" initials="未" lastIdx="2" clrIdx="0"/>
  <p:cmAuthor id="266" name="未知用户70" initials="未" lastIdx="1" clrIdx="1"/>
  <p:cmAuthor id="267" name="未知用户71" initials="未" lastIdx="1" clrIdx="0"/>
  <p:cmAuthor id="268" name="未知用户72" initials="未" lastIdx="1" clrIdx="0"/>
  <p:cmAuthor id="269" name="未知用户73" initials="未" lastIdx="2" clrIdx="0"/>
  <p:cmAuthor id="270" name="未知用户49" initials="未" lastIdx="1" clrIdx="0"/>
  <p:cmAuthor id="271" name="未知用户50" initials="未" lastIdx="1" clrIdx="0"/>
  <p:cmAuthor id="272" name="未知用户52" initials="未" lastIdx="1" clrIdx="0"/>
  <p:cmAuthor id="273" name="MA15" initials="M" lastIdx="1" clrIdx="0"/>
  <p:cmAuthor id="274" name="未知用户47" initials="未" lastIdx="6" clrIdx="0"/>
  <p:cmAuthor id="275" name="未知用户53" initials="未" lastIdx="10" clrIdx="0"/>
  <p:cmAuthor id="276" name="未知用户96" initials="未" lastIdx="1" clrIdx="0"/>
  <p:cmAuthor id="277" name="未知用户48" initials="未" lastIdx="1" clrIdx="0"/>
  <p:cmAuthor id="278" name="未知用户97" initials="未" lastIdx="2" clrIdx="0"/>
  <p:cmAuthor id="279" name="未知用户40" initials="未" lastIdx="5" clrIdx="1"/>
  <p:cmAuthor id="280" name="未知用户43" initials="未" lastIdx="1" clrIdx="0"/>
  <p:cmAuthor id="281" name="未知用户98" initials="未" lastIdx="8" clrIdx="0"/>
  <p:cmAuthor id="282" name="未知用户100" initials="未" lastIdx="1" clrIdx="0"/>
  <p:cmAuthor id="283" name="未知用户101" initials="未" lastIdx="1" clrIdx="0"/>
  <p:cmAuthor id="288" name="未知用户34" initials="未" lastIdx="2" clrIdx="0"/>
  <p:cmAuthor id="289" name="未知用户42" initials="未" lastIdx="1" clrIdx="0"/>
  <p:cmAuthor id="290" name="未知的使用者39" initials="未" lastIdx="10" clrIdx="0"/>
  <p:cmAuthor id="291" name="未知的使用者109" initials="未" lastIdx="5" clrIdx="1"/>
  <p:cmAuthor id="292" name="未知的使用者122" initials="未" lastIdx="1" clrIdx="0"/>
  <p:cmAuthor id="293" name="未知的使用者123" initials="未" lastIdx="8" clrIdx="0"/>
  <p:cmAuthor id="294" name="未知用户93" initials="未" lastIdx="1" clrIdx="0"/>
  <p:cmAuthor id="295" name="未知用户90" initials="未" lastIdx="5" clrIdx="1"/>
  <p:cmAuthor id="296" name="未知用户91" initials="未" lastIdx="0" clrIdx="1"/>
  <p:cmAuthor id="297" name="未知用户92" initials="未" lastIdx="1" clrIdx="0"/>
  <p:cmAuthor id="298" name="未知用户74" initials="未" lastIdx="5" clrIdx="1"/>
  <p:cmAuthor id="299" name="未知用户75" initials="未" lastIdx="8" clrIdx="0"/>
  <p:cmAuthor id="300" name="未知用户76" initials="未" lastIdx="1" clrIdx="0"/>
  <p:cmAuthor id="301" name="未知用户77" initials="未" lastIdx="8" clrIdx="0"/>
  <p:cmAuthor id="302" name="未知用户78" initials="未" lastIdx="8" clrIdx="0"/>
  <p:cmAuthor id="303" name="未知用户79" initials="未" lastIdx="1" clrIdx="0"/>
  <p:cmAuthor id="304" name="未知用户80" initials="未" lastIdx="1" clrIdx="0"/>
  <p:cmAuthor id="305" name="未知的使用者50" initials="未" lastIdx="1" clrIdx="0"/>
  <p:cmAuthor id="306" name="Harry xu" initials="H" lastIdx="1" clrIdx="0"/>
  <p:cmAuthor id="191251538" name="UINFOR" initials="U" lastIdx="3" clrIdx="101"/>
  <p:cmAuthor id="123" name="林金秀" initials="林" lastIdx="1" clrIdx="122"/>
  <p:cmAuthor id="171" name="未知用户2" initials="未" lastIdx="1" clrIdx="0"/>
  <p:cmAuthor id="207" name="未知的使用者144" initials="未" lastIdx="1" clrIdx="2"/>
  <p:cmAuthor id="320" name="谢海英" initials="谢海英" lastIdx="1" clrIdx="247"/>
  <p:cmAuthor id="2002" name="张 步伟" initials="张" lastIdx="1" clrIdx="5"/>
  <p:cmAuthor id="49837067" name="刘浩" initials="刘" lastIdx="180431" clrIdx="0"/>
  <p:cmAuthor id="49837069" name="he zhirui" initials="hz" lastIdx="1" clrIdx="82"/>
  <p:cmAuthor id="49837070" name="伟哥" initials="伟哥" lastIdx="1" clrIdx="138"/>
  <p:cmAuthor id="475196944" name="姚琳" initials="姚" lastIdx="1133934" clrIdx="0"/>
  <p:cmAuthor id="475196945" name="Zengyuan Zheng" initials="ZZ" lastIdx="1" clrIdx="1"/>
  <p:cmAuthor id="381437688" name="谢学斌" initials="谢" lastIdx="0" clrIdx="0"/>
  <p:cmAuthor id="708433798" name="jialuo" initials="j" lastIdx="0" clrIdx="0"/>
  <p:cmAuthor id="708433799" name="Vincent Pung" initials="VP" lastIdx="1" clrIdx="3"/>
  <p:cmAuthor id="172" name="ma.xiaoyong1" initials="m" lastIdx="1" clrIdx="171"/>
  <p:cmAuthor id="177" name="不明使用者57" initials="不" lastIdx="1" clrIdx="0"/>
  <p:cmAuthor id="2003" name="杜晶晶-投资者关系部_vM3mnymA" initials="authorId_1323951053" lastIdx="1649699480" clrIdx="0"/>
  <p:cmAuthor id="210492767" name="dong.xiangshang@byd.com" initials="d" lastIdx="1" clrIdx="123"/>
  <p:cmAuthor id="318" name="Yue HU" initials="Y" lastIdx="1" clrIdx="316"/>
  <p:cmAuthor id="173" name="Wenwen" initials="W" lastIdx="1" clrIdx="1"/>
  <p:cmAuthor id="342" name="jin.yuxin" initials="j" lastIdx="1" clrIdx="341"/>
  <p:cmAuthor id="409" name="zhang.xin110" initials="z" lastIdx="1" clrIdx="408"/>
  <p:cmAuthor id="416" name="kuang.yanning" initials="k" lastIdx="1" clrIdx="415"/>
  <p:cmAuthor id="417" name="cui.danyang" initials="c" lastIdx="2" clrIdx="416"/>
  <p:cmAuthor id="423" name="zeng.xiangwen1" initials="z" lastIdx="1" clrIdx="422"/>
  <p:cmAuthor id="427" name="li.hongzhen" initials="l" lastIdx="1" clrIdx="426"/>
  <p:cmAuthor id="433" name="nancy" initials="n" lastIdx="1" clrIdx="0"/>
  <p:cmAuthor id="441" name="未知的使用者162" initials="未" lastIdx="8" clrIdx="0"/>
  <p:cmAuthor id="442" name="未知的使用者163" initials="未" lastIdx="1" clrIdx="0"/>
  <p:cmAuthor id="444" name="未知的使用者165" initials="未" lastIdx="1" clrIdx="0"/>
  <p:cmAuthor id="445" name="未知的使用者158" initials="未" lastIdx="1" clrIdx="0"/>
  <p:cmAuthor id="453" name="未知用户166" initials="未知用户166" lastIdx="1" clrIdx="0"/>
  <p:cmAuthor id="468" name="未知用户195" initials="未" lastIdx="1" clrIdx="0"/>
  <p:cmAuthor id="469" name="未知用户207" initials="未" lastIdx="3" clrIdx="1"/>
  <p:cmAuthor id="476" name="未知的使用者207" initials="未" lastIdx="1" clrIdx="0"/>
  <p:cmAuthor id="477" name="未知的使用者208" initials="未" lastIdx="1" clrIdx="0"/>
  <p:cmAuthor id="478" name="未知的使用者188" initials="未" lastIdx="1" clrIdx="0"/>
  <p:cmAuthor id="479" name="未知的使用者189" initials="未" lastIdx="2" clrIdx="0"/>
  <p:cmAuthor id="480" name="未知的使用者190" initials="未" lastIdx="1" clrIdx="1"/>
  <p:cmAuthor id="481" name="未知的使用者191" initials="未" lastIdx="1" clrIdx="0"/>
  <p:cmAuthor id="482" name="未知的使用者192" initials="未" lastIdx="1" clrIdx="0"/>
  <p:cmAuthor id="483" name="未知的使用者193" initials="未" lastIdx="2" clrIdx="0"/>
  <p:cmAuthor id="484" name="未知的使用者209" initials="未" lastIdx="8" clrIdx="0"/>
  <p:cmAuthor id="485" name="未知的使用者210" initials="未" lastIdx="1" clrIdx="0"/>
  <p:cmAuthor id="486" name="未知的使用者211" initials="未" lastIdx="1" clrIdx="0"/>
  <p:cmAuthor id="487" name="未知的使用者212" initials="未" lastIdx="11" clrIdx="0"/>
  <p:cmAuthor id="488" name="未知的使用者213" initials="未" lastIdx="7" clrIdx="1"/>
  <p:cmAuthor id="489" name="未知的使用者214" initials="未" lastIdx="1" clrIdx="2"/>
  <p:cmAuthor id="490" name="未知的使用者215" initials="未" lastIdx="1" clrIdx="0"/>
  <p:cmAuthor id="491" name="未知的使用者216" initials="未" lastIdx="1" clrIdx="0"/>
  <p:cmAuthor id="492" name="未知的使用者217" initials="未" lastIdx="1" clrIdx="1"/>
  <p:cmAuthor id="493" name="未知的使用者218" initials="未" lastIdx="1" clrIdx="0"/>
  <p:cmAuthor id="494" name="未知的使用者219" initials="未" lastIdx="2" clrIdx="0"/>
  <p:cmAuthor id="495" name="未知的使用者220" initials="未" lastIdx="7" clrIdx="1"/>
  <p:cmAuthor id="496" name="未知的使用者152" initials="未" lastIdx="8" clrIdx="0"/>
  <p:cmAuthor id="497" name="未知的使用者153" initials="未" lastIdx="1" clrIdx="0"/>
  <p:cmAuthor id="498" name="未知的使用者154" initials="未" lastIdx="1" clrIdx="0"/>
  <p:cmAuthor id="499" name="未知的使用者156" initials="未" lastIdx="1" clrIdx="0"/>
  <p:cmAuthor id="500" name="未知的使用者157" initials="未" lastIdx="1" clrIdx="0"/>
  <p:cmAuthor id="501" name="未知的使用者161" initials="未" lastIdx="1" clrIdx="0"/>
  <p:cmAuthor id="503" name="未知的使用者129" initials="未" lastIdx="1" clrIdx="0"/>
  <p:cmAuthor id="504" name="未知的使用者130" initials="未" lastIdx="8" clrIdx="0"/>
  <p:cmAuthor id="505" name="未知的使用者131" initials="未" lastIdx="2" clrIdx="0"/>
  <p:cmAuthor id="506" name="未知的使用者132" initials="未" lastIdx="8" clrIdx="0"/>
  <p:cmAuthor id="507" name="未知的使用者164" initials="未" lastIdx="8" clrIdx="0"/>
  <p:cmAuthor id="508" name="未知的使用者172" initials="未" lastIdx="1" clrIdx="0"/>
  <p:cmAuthor id="509" name="未知的使用者174" initials="未" lastIdx="1" clrIdx="0"/>
  <p:cmAuthor id="510" name="未知的使用者176" initials="未" lastIdx="8" clrIdx="0"/>
  <p:cmAuthor id="511" name="未知的使用者247" initials="未" lastIdx="6" clrIdx="0"/>
  <p:cmAuthor id="512" name="未知的使用者249" initials="未" lastIdx="43" clrIdx="1"/>
  <p:cmAuthor id="513" name="未知的使用者250" initials="未" lastIdx="1" clrIdx="0"/>
  <p:cmAuthor id="514" name="未知的使用者251" initials="未" lastIdx="1" clrIdx="0"/>
  <p:cmAuthor id="515" name="未知的使用者246" initials="未" lastIdx="1" clrIdx="1"/>
  <p:cmAuthor id="516" name="未知的使用者224" initials="未" lastIdx="1" clrIdx="0"/>
  <p:cmAuthor id="517" name="未知的使用者252" initials="未" lastIdx="1" clrIdx="0"/>
  <p:cmAuthor id="518" name="未知的使用者253" initials="未" lastIdx="1" clrIdx="0"/>
  <p:cmAuthor id="519" name="未知的使用者254" initials="未" lastIdx="1" clrIdx="0"/>
  <p:cmAuthor id="520" name="未知的使用者255" initials="未" lastIdx="1" clrIdx="0"/>
  <p:cmAuthor id="521" name="未知的使用者226" initials="未" lastIdx="8" clrIdx="0"/>
  <p:cmAuthor id="522" name="未知的使用者227" initials="未" lastIdx="2" clrIdx="0"/>
  <p:cmAuthor id="523" name="未知的使用者270" initials="未" lastIdx="1" clrIdx="0"/>
  <p:cmAuthor id="524" name="未知的使用者228" initials="未" lastIdx="8" clrIdx="0"/>
  <p:cmAuthor id="525" name="未知的使用者229" initials="未" lastIdx="8" clrIdx="0"/>
  <p:cmAuthor id="526" name="未知的使用者230" initials="未" lastIdx="1" clrIdx="0"/>
  <p:cmAuthor id="527" name="未知的使用者231" initials="未" lastIdx="1" clrIdx="0"/>
  <p:cmAuthor id="528" name="未知的使用者256" initials="未" lastIdx="1" clrIdx="0"/>
  <p:cmAuthor id="529" name="未知的使用者233" initials="未" lastIdx="1" clrIdx="0"/>
  <p:cmAuthor id="530" name="未知的使用者234" initials="未" lastIdx="10" clrIdx="0"/>
  <p:cmAuthor id="531" name="未知的使用者235" initials="未" lastIdx="1" clrIdx="0"/>
  <p:cmAuthor id="532" name="未知的使用者236" initials="未" lastIdx="1" clrIdx="0"/>
  <p:cmAuthor id="533" name="未知的使用者257" initials="未" lastIdx="1" clrIdx="0"/>
  <p:cmAuthor id="534" name="未知的使用者237" initials="未" lastIdx="1" clrIdx="0"/>
  <p:cmAuthor id="535" name="未知的使用者238" initials="未" lastIdx="2" clrIdx="0"/>
  <p:cmAuthor id="536" name="未知的使用者239" initials="未" lastIdx="1" clrIdx="1"/>
  <p:cmAuthor id="537" name="未知的使用者240" initials="未" lastIdx="1" clrIdx="0"/>
  <p:cmAuthor id="538" name="未知的使用者241" initials="未" lastIdx="1" clrIdx="0"/>
  <p:cmAuthor id="539" name="未知的使用者242" initials="未" lastIdx="2" clrIdx="0"/>
  <p:cmAuthor id="540" name="未知的使用者243" initials="未" lastIdx="1" clrIdx="0"/>
  <p:cmAuthor id="541" name="未知的使用者258" initials="未" lastIdx="8" clrIdx="0"/>
  <p:cmAuthor id="542" name="未知的使用者259" initials="未" lastIdx="1" clrIdx="0"/>
  <p:cmAuthor id="543" name="未知的使用者260" initials="未" lastIdx="1" clrIdx="0"/>
  <p:cmAuthor id="544" name="未知的使用者261" initials="未" lastIdx="11" clrIdx="0"/>
  <p:cmAuthor id="545" name="未知的使用者262" initials="未" lastIdx="7" clrIdx="1"/>
  <p:cmAuthor id="546" name="未知的使用者263" initials="未" lastIdx="1" clrIdx="2"/>
  <p:cmAuthor id="547" name="未知的使用者264" initials="未" lastIdx="1" clrIdx="0"/>
  <p:cmAuthor id="548" name="未知的使用者265" initials="未" lastIdx="1" clrIdx="0"/>
  <p:cmAuthor id="549" name="未知的使用者266" initials="未" lastIdx="1" clrIdx="1"/>
  <p:cmAuthor id="550" name="未知的使用者267" initials="未" lastIdx="1" clrIdx="0"/>
  <p:cmAuthor id="551" name="未知的使用者268" initials="未" lastIdx="2" clrIdx="0"/>
  <p:cmAuthor id="552" name="未知的使用者269" initials="未" lastIdx="7" clrIdx="1"/>
  <p:cmAuthor id="555" name="lillian" initials="l" lastIdx="1" clrIdx="0"/>
  <p:cmAuthor id="556" name="未知用户197" initials="未" lastIdx="1" clrIdx="0"/>
  <p:cmAuthor id="557" name="未知用户157" initials="未" lastIdx="8" clrIdx="0"/>
  <p:cmAuthor id="558" name="未知用户158" initials="未" lastIdx="2" clrIdx="0"/>
  <p:cmAuthor id="559" name="未知用户159" initials="未" lastIdx="1" clrIdx="0"/>
  <p:cmAuthor id="560" name="未知用户160" initials="未" lastIdx="2" clrIdx="0"/>
  <p:cmAuthor id="561" name="未知用户168" initials="未" lastIdx="1" clrIdx="0"/>
  <p:cmAuthor id="562" name="順天" initials="順" lastIdx="1" clrIdx="0"/>
  <p:cmAuthor id="374" name="未知的使用者146" initials="未" lastIdx="1" clrIdx="0"/>
  <p:cmAuthor id="386" name="raymond luan" initials="r" lastIdx="0" clrIdx="0"/>
  <p:cmAuthor id="380" name="未知的使用者150" initials="未" lastIdx="1" clrIdx="0"/>
  <p:cmAuthor id="381" name="未知的使用者98" initials="未" lastIdx="1" clrIdx="0"/>
  <p:cmAuthor id="382" name="未知的使用者180" initials="未" lastIdx="2" clrIdx="0"/>
  <p:cmAuthor id="383" name="未知的使用者181" initials="未" lastIdx="7" clrIdx="1"/>
  <p:cmAuthor id="384" name="未知的使用者170" initials="未" lastIdx="43" clrIdx="1"/>
  <p:cmAuthor id="387" name="未知用户125" initials="未" lastIdx="1" clrIdx="1"/>
  <p:cmAuthor id="388" name="未知用户126" initials="未" lastIdx="1" clrIdx="0"/>
  <p:cmAuthor id="389" name="未知用户86" initials="未" lastIdx="1" clrIdx="0"/>
  <p:cmAuthor id="390" name="未知用户127" initials="未" lastIdx="1" clrIdx="1"/>
  <p:cmAuthor id="2004" name="帅 张" initials="帅张" lastIdx="1" clrIdx="19"/>
  <p:cmAuthor id="426" name="cao.mingming" initials="c" lastIdx="1" clrIdx="425"/>
  <p:cmAuthor id="428" name="cheng.xi5" initials="c" lastIdx="1" clrIdx="427"/>
  <p:cmAuthor id="432" name="zou.deyu" initials="z" lastIdx="1" clrIdx="431"/>
  <p:cmAuthor id="438" name="gao.xichun" initials="g" lastIdx="1" clrIdx="437"/>
  <p:cmAuthor id="452" name="shi.fangqi" initials="s" lastIdx="1" clrIdx="451"/>
  <p:cmAuthor id="350" name="guo.boyuan" initials="g" lastIdx="1" clrIdx="349"/>
  <p:cmAuthor id="347" name="li.xuefu" initials="l" lastIdx="1" clrIdx="346"/>
  <p:cmAuthor id="425" name="wang.hui22" initials="w" lastIdx="1" clrIdx="424"/>
  <p:cmAuthor id="440" name="hu.jin4" initials="h" lastIdx="1" clrIdx="439"/>
  <p:cmAuthor id="421" name="zhao.haiyan" initials="z" lastIdx="1" clrIdx="420"/>
  <p:cmAuthor id="431" name="王成水" initials="王" lastIdx="1" clrIdx="430"/>
  <p:cmAuthor id="345" name="li.xiaobo3" initials="l" lastIdx="1" clrIdx="344"/>
  <p:cmAuthor id="210492768" name="赵 路" initials="赵" lastIdx="3" clrIdx="1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CC0"/>
    <a:srgbClr val="C00000"/>
    <a:srgbClr val="0070C0"/>
    <a:srgbClr val="404040"/>
    <a:srgbClr val="006FC0"/>
    <a:srgbClr val="D9D9D9"/>
    <a:srgbClr val="002060"/>
    <a:srgbClr val="FFFF00"/>
    <a:srgbClr val="E6B9B8"/>
    <a:srgbClr val="B2F6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6" autoAdjust="0"/>
    <p:restoredTop sz="93350" autoAdjust="0"/>
  </p:normalViewPr>
  <p:slideViewPr>
    <p:cSldViewPr showGuides="1">
      <p:cViewPr varScale="1">
        <p:scale>
          <a:sx n="108" d="100"/>
          <a:sy n="108" d="100"/>
        </p:scale>
        <p:origin x="720" y="77"/>
      </p:cViewPr>
      <p:guideLst>
        <p:guide orient="horz" pos="1456"/>
        <p:guide pos="2947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102"/>
      </p:cViewPr>
      <p:guideLst>
        <p:guide orient="horz" pos="2588"/>
        <p:guide pos="22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52458-ADE1-40EE-9336-69A769863B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C1372D-C525-4AF8-ACAC-B970B4CCDD8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3A4E9-F6E9-4252-A744-9C3CA5EAFD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420FF-FC95-4379-BFAC-628055004B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6EE7-D575-4A51-8516-92CDD61D5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8D8E-4B54-4002-A8FF-DDC04F2FC391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6EE7-D575-4A51-8516-92CDD61D5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8D8E-4B54-4002-A8FF-DDC04F2FC391}" type="slidenum">
              <a:rPr lang="zh-CN" altLang="en-US" smtClean="0"/>
            </a:fld>
            <a:endParaRPr lang="zh-CN" altLang="en-US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-8649" y="645822"/>
            <a:ext cx="9152649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33476"/>
            <a:ext cx="4038600" cy="32075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33476"/>
            <a:ext cx="4038600" cy="32075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6EE7-D575-4A51-8516-92CDD61D5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8D8E-4B54-4002-A8FF-DDC04F2FC3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0" y="1151336"/>
            <a:ext cx="4041775" cy="4798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0" y="1631157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6EE7-D575-4A51-8516-92CDD61D5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8D8E-4B54-4002-A8FF-DDC04F2FC3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6EE7-D575-4A51-8516-92CDD61D5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8D8E-4B54-4002-A8FF-DDC04F2FC3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6EE7-D575-4A51-8516-92CDD61D5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8D8E-4B54-4002-A8FF-DDC04F2FC3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04789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6EE7-D575-4A51-8516-92CDD61D5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8D8E-4B54-4002-A8FF-DDC04F2FC3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2"/>
            <a:ext cx="5486400" cy="42505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3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6EE7-D575-4A51-8516-92CDD61D5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8D8E-4B54-4002-A8FF-DDC04F2FC3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6EE7-D575-4A51-8516-92CDD61D5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8D8E-4B54-4002-A8FF-DDC04F2FC3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94074"/>
            <a:ext cx="2057400" cy="414694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94074"/>
            <a:ext cx="6019800" cy="41469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6EE7-D575-4A51-8516-92CDD61D5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8D8E-4B54-4002-A8FF-DDC04F2FC3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7679372" y="286447"/>
            <a:ext cx="1142619" cy="3234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7679372" y="286447"/>
            <a:ext cx="1142619" cy="3234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7679372" y="286447"/>
            <a:ext cx="1142619" cy="3234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6A7D94F-9CD6-44C4-8713-05483EF296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68AFCB4-A633-4FD8-B02A-9273EDEEC8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 flipH="1">
            <a:off x="0" y="463550"/>
            <a:ext cx="9144000" cy="0"/>
          </a:xfrm>
          <a:prstGeom prst="line">
            <a:avLst/>
          </a:prstGeom>
          <a:ln>
            <a:solidFill>
              <a:srgbClr val="132C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5"/>
            <a:ext cx="21336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96EE7-D575-4A51-8516-92CDD61D5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5"/>
            <a:ext cx="28956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5"/>
            <a:ext cx="21336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98D8E-4B54-4002-A8FF-DDC04F2FC3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 flipH="1">
            <a:off x="0" y="0"/>
            <a:ext cx="9144000" cy="5136036"/>
          </a:xfrm>
          <a:prstGeom prst="rect">
            <a:avLst/>
          </a:prstGeom>
        </p:spPr>
      </p:pic>
      <p:sp>
        <p:nvSpPr>
          <p:cNvPr id="8" name="剪去单角的矩形 9"/>
          <p:cNvSpPr/>
          <p:nvPr/>
        </p:nvSpPr>
        <p:spPr>
          <a:xfrm>
            <a:off x="0" y="3367768"/>
            <a:ext cx="9144000" cy="1775732"/>
          </a:xfrm>
          <a:custGeom>
            <a:avLst/>
            <a:gdLst>
              <a:gd name="connsiteX0" fmla="*/ 0 w 12192000"/>
              <a:gd name="connsiteY0" fmla="*/ 0 h 2367643"/>
              <a:gd name="connsiteX1" fmla="*/ 11797385 w 12192000"/>
              <a:gd name="connsiteY1" fmla="*/ 0 h 2367643"/>
              <a:gd name="connsiteX2" fmla="*/ 12192000 w 12192000"/>
              <a:gd name="connsiteY2" fmla="*/ 394615 h 2367643"/>
              <a:gd name="connsiteX3" fmla="*/ 12192000 w 12192000"/>
              <a:gd name="connsiteY3" fmla="*/ 2367643 h 2367643"/>
              <a:gd name="connsiteX4" fmla="*/ 0 w 12192000"/>
              <a:gd name="connsiteY4" fmla="*/ 2367643 h 2367643"/>
              <a:gd name="connsiteX5" fmla="*/ 0 w 12192000"/>
              <a:gd name="connsiteY5" fmla="*/ 0 h 2367643"/>
              <a:gd name="connsiteX0-1" fmla="*/ 0 w 12192000"/>
              <a:gd name="connsiteY0-2" fmla="*/ 0 h 2367643"/>
              <a:gd name="connsiteX1-3" fmla="*/ 11924385 w 12192000"/>
              <a:gd name="connsiteY1-4" fmla="*/ 0 h 2367643"/>
              <a:gd name="connsiteX2-5" fmla="*/ 12192000 w 12192000"/>
              <a:gd name="connsiteY2-6" fmla="*/ 394615 h 2367643"/>
              <a:gd name="connsiteX3-7" fmla="*/ 12192000 w 12192000"/>
              <a:gd name="connsiteY3-8" fmla="*/ 2367643 h 2367643"/>
              <a:gd name="connsiteX4-9" fmla="*/ 0 w 12192000"/>
              <a:gd name="connsiteY4-10" fmla="*/ 2367643 h 2367643"/>
              <a:gd name="connsiteX5-11" fmla="*/ 0 w 12192000"/>
              <a:gd name="connsiteY5-12" fmla="*/ 0 h 2367643"/>
              <a:gd name="connsiteX0-13" fmla="*/ 0 w 12192000"/>
              <a:gd name="connsiteY0-14" fmla="*/ 0 h 2367643"/>
              <a:gd name="connsiteX1-15" fmla="*/ 11924385 w 12192000"/>
              <a:gd name="connsiteY1-16" fmla="*/ 0 h 2367643"/>
              <a:gd name="connsiteX2-17" fmla="*/ 12192000 w 12192000"/>
              <a:gd name="connsiteY2-18" fmla="*/ 394615 h 2367643"/>
              <a:gd name="connsiteX3-19" fmla="*/ 12192000 w 12192000"/>
              <a:gd name="connsiteY3-20" fmla="*/ 2367643 h 2367643"/>
              <a:gd name="connsiteX4-21" fmla="*/ 0 w 12192000"/>
              <a:gd name="connsiteY4-22" fmla="*/ 2367643 h 2367643"/>
              <a:gd name="connsiteX5-23" fmla="*/ 0 w 12192000"/>
              <a:gd name="connsiteY5-24" fmla="*/ 0 h 2367643"/>
              <a:gd name="connsiteX0-25" fmla="*/ 0 w 12192000"/>
              <a:gd name="connsiteY0-26" fmla="*/ 0 h 2367643"/>
              <a:gd name="connsiteX1-27" fmla="*/ 11924385 w 12192000"/>
              <a:gd name="connsiteY1-28" fmla="*/ 0 h 2367643"/>
              <a:gd name="connsiteX2-29" fmla="*/ 12192000 w 12192000"/>
              <a:gd name="connsiteY2-30" fmla="*/ 437627 h 2367643"/>
              <a:gd name="connsiteX3-31" fmla="*/ 12192000 w 12192000"/>
              <a:gd name="connsiteY3-32" fmla="*/ 2367643 h 2367643"/>
              <a:gd name="connsiteX4-33" fmla="*/ 0 w 12192000"/>
              <a:gd name="connsiteY4-34" fmla="*/ 2367643 h 2367643"/>
              <a:gd name="connsiteX5-35" fmla="*/ 0 w 12192000"/>
              <a:gd name="connsiteY5-36" fmla="*/ 0 h 2367643"/>
              <a:gd name="connsiteX0-37" fmla="*/ 0 w 12192000"/>
              <a:gd name="connsiteY0-38" fmla="*/ 0 h 2367643"/>
              <a:gd name="connsiteX1-39" fmla="*/ 11924385 w 12192000"/>
              <a:gd name="connsiteY1-40" fmla="*/ 0 h 2367643"/>
              <a:gd name="connsiteX2-41" fmla="*/ 12192000 w 12192000"/>
              <a:gd name="connsiteY2-42" fmla="*/ 399394 h 2367643"/>
              <a:gd name="connsiteX3-43" fmla="*/ 12192000 w 12192000"/>
              <a:gd name="connsiteY3-44" fmla="*/ 2367643 h 2367643"/>
              <a:gd name="connsiteX4-45" fmla="*/ 0 w 12192000"/>
              <a:gd name="connsiteY4-46" fmla="*/ 2367643 h 2367643"/>
              <a:gd name="connsiteX5-47" fmla="*/ 0 w 12192000"/>
              <a:gd name="connsiteY5-48" fmla="*/ 0 h 23676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192000" h="2367643">
                <a:moveTo>
                  <a:pt x="0" y="0"/>
                </a:moveTo>
                <a:lnTo>
                  <a:pt x="11924385" y="0"/>
                </a:lnTo>
                <a:lnTo>
                  <a:pt x="12192000" y="399394"/>
                </a:lnTo>
                <a:lnTo>
                  <a:pt x="12192000" y="2367643"/>
                </a:lnTo>
                <a:lnTo>
                  <a:pt x="0" y="2367643"/>
                </a:lnTo>
                <a:lnTo>
                  <a:pt x="0" y="0"/>
                </a:lnTo>
                <a:close/>
              </a:path>
            </a:pathLst>
          </a:cu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08104" y="4371950"/>
            <a:ext cx="34104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r>
              <a:rPr lang="en-US" altLang="zh-CN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HUD</a:t>
            </a:r>
            <a:r>
              <a:rPr lang="zh-CN" altLang="en-US" sz="1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开发小组</a:t>
            </a:r>
            <a:endParaRPr kumimoji="0" lang="en-US" altLang="zh-CN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962C8B-B14F-4D97-AF65-F5344CB8AC3E}" type="datetime2">
              <a:rPr kumimoji="0" lang="zh-CN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360" y="3726815"/>
            <a:ext cx="5562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HUD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开发运营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</a:t>
            </a:r>
            <a:endParaRPr kumimoji="0" lang="zh-CN" altLang="en-US" sz="36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 txBox="1"/>
          <p:nvPr/>
        </p:nvSpPr>
        <p:spPr bwMode="auto">
          <a:xfrm>
            <a:off x="206943" y="194945"/>
            <a:ext cx="3723640" cy="378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214F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smtClean="0">
                <a:solidFill>
                  <a:srgbClr val="C00000"/>
                </a:solidFill>
                <a:sym typeface="+mn-ea"/>
              </a:rPr>
              <a:t>HUD</a:t>
            </a:r>
            <a:r>
              <a:rPr lang="zh-CN" altLang="en-US" sz="2400" dirty="0" smtClean="0">
                <a:solidFill>
                  <a:srgbClr val="C00000"/>
                </a:solidFill>
                <a:sym typeface="+mn-ea"/>
              </a:rPr>
              <a:t>规划中工作</a:t>
            </a:r>
            <a:endParaRPr lang="zh-CN" altLang="en-US" sz="2400" dirty="0" smtClean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19250" y="1181735"/>
            <a:ext cx="54978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2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当前HUD测试台架的运行</a:t>
            </a:r>
            <a:r>
              <a:rPr sz="1400" b="1">
                <a:solidFill>
                  <a:srgbClr val="00B05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依赖人工</a:t>
            </a:r>
            <a:r>
              <a:rPr sz="12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实时监控，且测试覆盖范围有限。</a:t>
            </a:r>
            <a:endParaRPr sz="12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r>
              <a:rPr sz="12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某些极端工况下出现的</a:t>
            </a:r>
            <a:r>
              <a:rPr sz="1400" b="1">
                <a:solidFill>
                  <a:srgbClr val="00B05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显示异常</a:t>
            </a:r>
            <a:r>
              <a:rPr sz="12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难以被现有的人工测试手段有效触发。</a:t>
            </a:r>
            <a:endParaRPr sz="12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95605" y="1261110"/>
            <a:ext cx="1080000" cy="3600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95605" y="1751965"/>
            <a:ext cx="1080000" cy="3600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95605" y="2242503"/>
            <a:ext cx="1080000" cy="360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预期功能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95605" y="2787650"/>
            <a:ext cx="1080000" cy="3600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预期效益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19250" y="2171700"/>
            <a:ext cx="714756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</a:t>
            </a:r>
            <a:r>
              <a: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b="1">
                <a:solidFill>
                  <a:srgbClr val="000C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图像显示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的自动化测试；自动测试数据的采集与分析；自动生成测试结果；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支持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数据回放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19885" y="2787650"/>
            <a:ext cx="63461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提供充足的验证时间；减少人为干涉，降低测试成本；具备推广至其他显示系统的可能性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619250" y="1740535"/>
            <a:ext cx="66871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开发</a:t>
            </a:r>
            <a:r>
              <a:rPr lang="en-US" altLang="zh-CN" sz="14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HUD</a:t>
            </a:r>
            <a:r>
              <a:rPr lang="zh-CN" altLang="en-US" b="1">
                <a:solidFill>
                  <a:srgbClr val="000CC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自动化</a:t>
            </a:r>
            <a:r>
              <a:rPr lang="zh-CN" altLang="en-US" sz="14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测试台架</a:t>
            </a:r>
            <a:r>
              <a:rPr lang="zh-CN" altLang="en-US" sz="12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，保障充足验证时间，扩大测试范围，并实现</a:t>
            </a:r>
            <a:r>
              <a:rPr lang="zh-CN" altLang="en-US" b="1">
                <a:solidFill>
                  <a:srgbClr val="000CC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压力测试</a:t>
            </a:r>
            <a:endParaRPr lang="zh-CN" altLang="en-US" b="1">
              <a:solidFill>
                <a:srgbClr val="000CC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1" name="图片 20" descr="1754360856866503-6331828-tm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3300095"/>
            <a:ext cx="2575560" cy="128841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593725" y="4622800"/>
            <a:ext cx="21793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显示异常（触发条件：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以太数据的缓存大小超过显示区域缓存大小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860925" y="3489008"/>
            <a:ext cx="95885" cy="95885"/>
          </a:xfrm>
          <a:prstGeom prst="ellipse">
            <a:avLst/>
          </a:prstGeom>
          <a:solidFill>
            <a:srgbClr val="F2F2F2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251460" y="788035"/>
            <a:ext cx="8485505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wrap="square" rtlCol="0">
            <a:spAutoFit/>
          </a:bodyPr>
          <a:p>
            <a:pPr indent="0"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自动化测试台架（杜桐，刘康杰，刘一鹤，韩运起）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7021195" y="3489008"/>
            <a:ext cx="95885" cy="95885"/>
          </a:xfrm>
          <a:prstGeom prst="ellipse">
            <a:avLst/>
          </a:prstGeom>
          <a:solidFill>
            <a:srgbClr val="F2F2F2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5941060" y="3489008"/>
            <a:ext cx="95885" cy="95885"/>
          </a:xfrm>
          <a:prstGeom prst="ellipse">
            <a:avLst/>
          </a:prstGeom>
          <a:solidFill>
            <a:srgbClr val="F2F2F2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8143875" y="3489008"/>
            <a:ext cx="95885" cy="95885"/>
          </a:xfrm>
          <a:prstGeom prst="ellipse">
            <a:avLst/>
          </a:prstGeom>
          <a:solidFill>
            <a:srgbClr val="F2F2F2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3852545" y="3489008"/>
            <a:ext cx="95885" cy="95885"/>
          </a:xfrm>
          <a:prstGeom prst="ellipse">
            <a:avLst/>
          </a:prstGeom>
          <a:solidFill>
            <a:srgbClr val="F2F2F2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492500" y="3329940"/>
            <a:ext cx="738505" cy="4140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spAutoFit/>
          </a:bodyPr>
          <a:p>
            <a:pPr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阶段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endPara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500880" y="3329940"/>
            <a:ext cx="738505" cy="4140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spAutoFit/>
          </a:bodyPr>
          <a:p>
            <a:pPr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阶段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endPara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581015" y="3329940"/>
            <a:ext cx="738505" cy="4140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spAutoFit/>
          </a:bodyPr>
          <a:p>
            <a:pPr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阶段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661150" y="3329940"/>
            <a:ext cx="738505" cy="4140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spAutoFit/>
          </a:bodyPr>
          <a:p>
            <a:pPr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阶段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741285" y="3329940"/>
            <a:ext cx="738505" cy="4140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spAutoFit/>
          </a:bodyPr>
          <a:p>
            <a:pPr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阶段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endPara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0" name="直接箭头连接符 49"/>
          <p:cNvCxnSpPr/>
          <p:nvPr/>
        </p:nvCxnSpPr>
        <p:spPr>
          <a:xfrm>
            <a:off x="4211955" y="3680460"/>
            <a:ext cx="34480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5292090" y="3680460"/>
            <a:ext cx="34480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6356985" y="3680460"/>
            <a:ext cx="34480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7458075" y="3680460"/>
            <a:ext cx="34480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3275965" y="3869055"/>
            <a:ext cx="11601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软件界面</a:t>
            </a:r>
            <a:r>
              <a:rPr lang="en-US" altLang="zh-CN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&amp;</a:t>
            </a:r>
            <a:endParaRPr lang="en-US" altLang="zh-CN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逻辑验证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356100" y="3869055"/>
            <a:ext cx="10731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显示验证</a:t>
            </a:r>
            <a:r>
              <a:rPr lang="en-US" altLang="zh-CN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&amp;</a:t>
            </a:r>
            <a:endParaRPr lang="en-US" altLang="zh-CN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图像算法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393055" y="3869055"/>
            <a:ext cx="10731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功能整合</a:t>
            </a:r>
            <a:r>
              <a:rPr lang="en-US" altLang="zh-CN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&amp;</a:t>
            </a:r>
            <a:endParaRPr lang="en-US" altLang="zh-CN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数据回放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493510" y="3869055"/>
            <a:ext cx="10731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台架系统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稳定性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566660" y="3961448"/>
            <a:ext cx="10731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实车验证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0" name="左大括号 59"/>
          <p:cNvSpPr/>
          <p:nvPr/>
        </p:nvSpPr>
        <p:spPr>
          <a:xfrm rot="16200000">
            <a:off x="4893945" y="2917825"/>
            <a:ext cx="215900" cy="2982595"/>
          </a:xfrm>
          <a:prstGeom prst="leftBrace">
            <a:avLst/>
          </a:prstGeom>
          <a:ln w="127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左大括号 60"/>
          <p:cNvSpPr/>
          <p:nvPr/>
        </p:nvSpPr>
        <p:spPr>
          <a:xfrm rot="16200000">
            <a:off x="7393305" y="3496945"/>
            <a:ext cx="215900" cy="1825625"/>
          </a:xfrm>
          <a:prstGeom prst="leftBrace">
            <a:avLst/>
          </a:prstGeom>
          <a:ln w="127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4293235" y="4589145"/>
            <a:ext cx="164782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基础功能开发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701790" y="4590415"/>
            <a:ext cx="164782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进阶功能开发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4545" y="3663633"/>
            <a:ext cx="9944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sz="1200">
                <a:solidFill>
                  <a:srgbClr val="000CC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2025.10</a:t>
            </a:r>
            <a:endParaRPr lang="en-US" sz="1200">
              <a:solidFill>
                <a:srgbClr val="000CC0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31335" y="3663633"/>
            <a:ext cx="9944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sz="1200">
                <a:solidFill>
                  <a:srgbClr val="000CC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2026.6</a:t>
            </a:r>
            <a:endParaRPr lang="en-US" sz="1200">
              <a:solidFill>
                <a:srgbClr val="000CC0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26075" y="3663633"/>
            <a:ext cx="9944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sz="1200">
                <a:solidFill>
                  <a:srgbClr val="000CC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2026.8</a:t>
            </a:r>
            <a:endParaRPr lang="en-US" sz="1200">
              <a:solidFill>
                <a:srgbClr val="000CC0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72250" y="3663633"/>
            <a:ext cx="9944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sz="1200">
                <a:solidFill>
                  <a:srgbClr val="000CC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2026.11</a:t>
            </a:r>
            <a:endParaRPr lang="en-US" sz="1200">
              <a:solidFill>
                <a:srgbClr val="000CC0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95870" y="3663633"/>
            <a:ext cx="9944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sz="1200">
                <a:solidFill>
                  <a:srgbClr val="000CC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2027.2</a:t>
            </a:r>
            <a:endParaRPr lang="en-US" sz="1200">
              <a:solidFill>
                <a:srgbClr val="000CC0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 txBox="1"/>
          <p:nvPr/>
        </p:nvSpPr>
        <p:spPr bwMode="auto">
          <a:xfrm>
            <a:off x="206943" y="194945"/>
            <a:ext cx="3723640" cy="378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214F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smtClean="0">
                <a:solidFill>
                  <a:srgbClr val="C00000"/>
                </a:solidFill>
                <a:sym typeface="+mn-ea"/>
              </a:rPr>
              <a:t>HUD</a:t>
            </a:r>
            <a:r>
              <a:rPr lang="zh-CN" altLang="en-US" sz="2400" dirty="0" smtClean="0">
                <a:solidFill>
                  <a:srgbClr val="C00000"/>
                </a:solidFill>
                <a:sym typeface="+mn-ea"/>
              </a:rPr>
              <a:t>规划中工作</a:t>
            </a:r>
            <a:endParaRPr lang="zh-CN" altLang="en-US" sz="2400" dirty="0" smtClean="0">
              <a:solidFill>
                <a:srgbClr val="C0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51460" y="788035"/>
            <a:ext cx="3460115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wrap="square" rtlCol="0">
            <a:spAutoFit/>
          </a:bodyPr>
          <a:p>
            <a:pPr indent="0"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自动化测试台架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4427855" y="688975"/>
          <a:ext cx="4612005" cy="43878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22680"/>
                <a:gridCol w="3489325"/>
              </a:tblGrid>
              <a:tr h="33718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各阶段工作安排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5110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阶段</a:t>
                      </a:r>
                      <a:r>
                        <a:rPr lang="en-US" altLang="zh-CN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00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软件界面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&amp;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逻辑验证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编写测试用例</a:t>
                      </a:r>
                      <a:endParaRPr lang="zh-CN" altLang="en-US" sz="1000">
                        <a:latin typeface="Times New Roman" panose="0202060305040502030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  <a:tr h="24511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软件</a:t>
                      </a:r>
                      <a:r>
                        <a:rPr lang="en-US" altLang="zh-CN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GUI</a:t>
                      </a: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界面开发</a:t>
                      </a:r>
                      <a:endParaRPr lang="zh-CN" altLang="en-US" sz="100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</a:tr>
              <a:tr h="24511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数据驱动开发</a:t>
                      </a:r>
                      <a:endParaRPr lang="zh-CN" altLang="en-US" sz="1000">
                        <a:latin typeface="Times New Roman" panose="0202060305040502030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</a:tr>
              <a:tr h="283845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逻辑类型的</a:t>
                      </a: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测试用例</a:t>
                      </a: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自动化</a:t>
                      </a: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验证</a:t>
                      </a:r>
                      <a:endParaRPr lang="zh-CN" altLang="en-US" sz="1000">
                        <a:latin typeface="Times New Roman" panose="0202060305040502030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5110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阶段</a:t>
                      </a:r>
                      <a:r>
                        <a:rPr lang="en-US" altLang="zh-CN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2</a:t>
                      </a:r>
                      <a:endParaRPr lang="en-US" altLang="zh-CN" sz="100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显示验证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&amp;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图像算法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摄像头驱动开发</a:t>
                      </a:r>
                      <a:endParaRPr lang="zh-CN" altLang="en-US" sz="1000">
                        <a:latin typeface="Times New Roman" panose="0202060305040502030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  <a:tr h="47498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算法开发：</a:t>
                      </a: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sym typeface="+mn-ea"/>
                        </a:rPr>
                        <a:t>图像识别；图像分割；缺陷检测；模式识别；机器自学习等</a:t>
                      </a:r>
                      <a:endParaRPr lang="zh-CN" altLang="en-US" sz="1000"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</a:tr>
              <a:tr h="24511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图像显示的自动化验证</a:t>
                      </a:r>
                      <a:endParaRPr lang="zh-CN" altLang="en-US" sz="1000"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9878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阶段</a:t>
                      </a:r>
                      <a:r>
                        <a:rPr lang="en-US" altLang="zh-CN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3</a:t>
                      </a:r>
                      <a:endParaRPr lang="en-US" altLang="zh-CN" sz="100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功能整合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&amp;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数据回放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整合阶段</a:t>
                      </a:r>
                      <a:r>
                        <a:rPr lang="en-US" altLang="zh-CN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1</a:t>
                      </a: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和</a:t>
                      </a:r>
                      <a:r>
                        <a:rPr lang="en-US" altLang="zh-CN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，</a:t>
                      </a: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形成一个完整的自动化测试流程。实现基础功能测试，图像显示测试，以及压力测试。</a:t>
                      </a:r>
                      <a:endParaRPr lang="zh-CN" altLang="en-US" sz="100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  <a:tr h="410845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数据回放功能：允许用户导入外部数据，</a:t>
                      </a: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解析数据曾经触发的操作，并识别异常数据</a:t>
                      </a:r>
                      <a:endParaRPr lang="zh-CN" altLang="en-US" sz="1000"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5181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阶段</a:t>
                      </a:r>
                      <a:r>
                        <a:rPr lang="en-US" altLang="zh-CN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4</a:t>
                      </a:r>
                      <a:endParaRPr lang="en-US" altLang="zh-CN" sz="100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台架系统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稳定性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增加台架测试系统的稳定性，模拟真实使用场景中的各种干扰因素（如光线变化，震动干扰等），验证系统在复杂环境下的表现</a:t>
                      </a:r>
                      <a:endParaRPr lang="zh-CN" altLang="en-US" sz="1000"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  <a:tr h="245110">
                <a:tc vMerge="1"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增加台架测试系统自身异常检测机制和异常处理策略</a:t>
                      </a:r>
                      <a:endParaRPr lang="zh-CN" altLang="en-US" sz="1000"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59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阶段</a:t>
                      </a:r>
                      <a:r>
                        <a:rPr lang="en-US" altLang="zh-CN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5</a:t>
                      </a:r>
                      <a:endParaRPr lang="en-US" altLang="zh-CN" sz="100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实车验证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在实车环境中开展 HUD 测试，</a:t>
                      </a:r>
                      <a:r>
                        <a:rPr lang="zh-CN" altLang="en-US" sz="1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实现真实环境测试</a:t>
                      </a:r>
                      <a:endParaRPr lang="zh-CN" altLang="en-US" sz="1000">
                        <a:latin typeface="Times New Roman" panose="02020603050405020304" charset="0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15" y="2846070"/>
            <a:ext cx="3668395" cy="19634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25" y="1189355"/>
            <a:ext cx="3623310" cy="161480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892175" y="4813300"/>
            <a:ext cx="217932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软件基础界面（仅供参考）</a:t>
            </a:r>
            <a:endParaRPr lang="zh-CN"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标题 1"/>
          <p:cNvSpPr txBox="1"/>
          <p:nvPr/>
        </p:nvSpPr>
        <p:spPr bwMode="auto">
          <a:xfrm>
            <a:off x="1353185" y="2139950"/>
            <a:ext cx="6437630" cy="1190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214F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sz="2400" dirty="0" smtClean="0">
                <a:solidFill>
                  <a:srgbClr val="C00000"/>
                </a:solidFill>
                <a:sym typeface="+mn-ea"/>
              </a:rPr>
              <a:t>版本更新</a:t>
            </a:r>
            <a:endParaRPr lang="zh-CN" sz="2400" dirty="0" smtClean="0">
              <a:solidFill>
                <a:srgbClr val="C00000"/>
              </a:solidFill>
              <a:sym typeface="+mn-ea"/>
            </a:endParaRPr>
          </a:p>
          <a:p>
            <a:pPr algn="ctr"/>
            <a:r>
              <a:rPr lang="en-US" altLang="zh-CN" sz="2400" dirty="0" smtClean="0">
                <a:solidFill>
                  <a:srgbClr val="C00000"/>
                </a:solidFill>
              </a:rPr>
              <a:t>2025.9.4</a:t>
            </a:r>
            <a:endParaRPr lang="en-US" altLang="zh-CN" sz="240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 txBox="1"/>
          <p:nvPr/>
        </p:nvSpPr>
        <p:spPr bwMode="auto">
          <a:xfrm>
            <a:off x="206943" y="194945"/>
            <a:ext cx="3723640" cy="378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214F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smtClean="0">
                <a:solidFill>
                  <a:srgbClr val="C00000"/>
                </a:solidFill>
                <a:sym typeface="+mn-ea"/>
              </a:rPr>
              <a:t>HUD</a:t>
            </a:r>
            <a:r>
              <a:rPr lang="zh-CN" altLang="en-US" sz="2400" dirty="0" smtClean="0">
                <a:solidFill>
                  <a:srgbClr val="C00000"/>
                </a:solidFill>
                <a:sym typeface="+mn-ea"/>
              </a:rPr>
              <a:t>规划中工作</a:t>
            </a:r>
            <a:endParaRPr lang="zh-CN" altLang="en-US" sz="2400" dirty="0" smtClean="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7010" y="771525"/>
            <a:ext cx="70980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新版本台架取消摄像头，而是直接从板端获取视频流。因此无需考虑环境影响</a:t>
            </a:r>
            <a:endParaRPr lang="zh-CN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18" name="图片 17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8430" y="1663065"/>
            <a:ext cx="3022600" cy="1435100"/>
          </a:xfrm>
          <a:prstGeom prst="rect">
            <a:avLst/>
          </a:prstGeom>
        </p:spPr>
      </p:pic>
      <p:pic>
        <p:nvPicPr>
          <p:cNvPr id="40" name="图片 39" descr="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0" y="1492250"/>
            <a:ext cx="4509135" cy="19583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8505" y="4155440"/>
            <a:ext cx="76669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新增内容：现在的测试用例都是人想出来的，那么如何实现测试用例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AI</a:t>
            </a:r>
            <a:r>
              <a:rPr 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自动编写？</a:t>
            </a:r>
            <a:endParaRPr lang="zh-CN" sz="160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剪去单角的矩形 9"/>
          <p:cNvSpPr/>
          <p:nvPr/>
        </p:nvSpPr>
        <p:spPr>
          <a:xfrm>
            <a:off x="-5919" y="4111229"/>
            <a:ext cx="9149918" cy="1032271"/>
          </a:xfrm>
          <a:custGeom>
            <a:avLst/>
            <a:gdLst>
              <a:gd name="connsiteX0" fmla="*/ 0 w 12192000"/>
              <a:gd name="connsiteY0" fmla="*/ 0 h 2367643"/>
              <a:gd name="connsiteX1" fmla="*/ 11797385 w 12192000"/>
              <a:gd name="connsiteY1" fmla="*/ 0 h 2367643"/>
              <a:gd name="connsiteX2" fmla="*/ 12192000 w 12192000"/>
              <a:gd name="connsiteY2" fmla="*/ 394615 h 2367643"/>
              <a:gd name="connsiteX3" fmla="*/ 12192000 w 12192000"/>
              <a:gd name="connsiteY3" fmla="*/ 2367643 h 2367643"/>
              <a:gd name="connsiteX4" fmla="*/ 0 w 12192000"/>
              <a:gd name="connsiteY4" fmla="*/ 2367643 h 2367643"/>
              <a:gd name="connsiteX5" fmla="*/ 0 w 12192000"/>
              <a:gd name="connsiteY5" fmla="*/ 0 h 2367643"/>
              <a:gd name="connsiteX0-1" fmla="*/ 0 w 12192000"/>
              <a:gd name="connsiteY0-2" fmla="*/ 0 h 2367643"/>
              <a:gd name="connsiteX1-3" fmla="*/ 11924385 w 12192000"/>
              <a:gd name="connsiteY1-4" fmla="*/ 0 h 2367643"/>
              <a:gd name="connsiteX2-5" fmla="*/ 12192000 w 12192000"/>
              <a:gd name="connsiteY2-6" fmla="*/ 394615 h 2367643"/>
              <a:gd name="connsiteX3-7" fmla="*/ 12192000 w 12192000"/>
              <a:gd name="connsiteY3-8" fmla="*/ 2367643 h 2367643"/>
              <a:gd name="connsiteX4-9" fmla="*/ 0 w 12192000"/>
              <a:gd name="connsiteY4-10" fmla="*/ 2367643 h 2367643"/>
              <a:gd name="connsiteX5-11" fmla="*/ 0 w 12192000"/>
              <a:gd name="connsiteY5-12" fmla="*/ 0 h 2367643"/>
              <a:gd name="connsiteX0-13" fmla="*/ 0 w 12192000"/>
              <a:gd name="connsiteY0-14" fmla="*/ 0 h 2367643"/>
              <a:gd name="connsiteX1-15" fmla="*/ 11924385 w 12192000"/>
              <a:gd name="connsiteY1-16" fmla="*/ 0 h 2367643"/>
              <a:gd name="connsiteX2-17" fmla="*/ 12192000 w 12192000"/>
              <a:gd name="connsiteY2-18" fmla="*/ 394615 h 2367643"/>
              <a:gd name="connsiteX3-19" fmla="*/ 12192000 w 12192000"/>
              <a:gd name="connsiteY3-20" fmla="*/ 2367643 h 2367643"/>
              <a:gd name="connsiteX4-21" fmla="*/ 0 w 12192000"/>
              <a:gd name="connsiteY4-22" fmla="*/ 2367643 h 2367643"/>
              <a:gd name="connsiteX5-23" fmla="*/ 0 w 12192000"/>
              <a:gd name="connsiteY5-24" fmla="*/ 0 h 2367643"/>
              <a:gd name="connsiteX0-25" fmla="*/ 0 w 12192000"/>
              <a:gd name="connsiteY0-26" fmla="*/ 0 h 2367643"/>
              <a:gd name="connsiteX1-27" fmla="*/ 11924385 w 12192000"/>
              <a:gd name="connsiteY1-28" fmla="*/ 0 h 2367643"/>
              <a:gd name="connsiteX2-29" fmla="*/ 12192000 w 12192000"/>
              <a:gd name="connsiteY2-30" fmla="*/ 437627 h 2367643"/>
              <a:gd name="connsiteX3-31" fmla="*/ 12192000 w 12192000"/>
              <a:gd name="connsiteY3-32" fmla="*/ 2367643 h 2367643"/>
              <a:gd name="connsiteX4-33" fmla="*/ 0 w 12192000"/>
              <a:gd name="connsiteY4-34" fmla="*/ 2367643 h 2367643"/>
              <a:gd name="connsiteX5-35" fmla="*/ 0 w 12192000"/>
              <a:gd name="connsiteY5-36" fmla="*/ 0 h 2367643"/>
              <a:gd name="connsiteX0-37" fmla="*/ 0 w 12192000"/>
              <a:gd name="connsiteY0-38" fmla="*/ 0 h 2367643"/>
              <a:gd name="connsiteX1-39" fmla="*/ 11924385 w 12192000"/>
              <a:gd name="connsiteY1-40" fmla="*/ 0 h 2367643"/>
              <a:gd name="connsiteX2-41" fmla="*/ 12192000 w 12192000"/>
              <a:gd name="connsiteY2-42" fmla="*/ 399394 h 2367643"/>
              <a:gd name="connsiteX3-43" fmla="*/ 12192000 w 12192000"/>
              <a:gd name="connsiteY3-44" fmla="*/ 2367643 h 2367643"/>
              <a:gd name="connsiteX4-45" fmla="*/ 0 w 12192000"/>
              <a:gd name="connsiteY4-46" fmla="*/ 2367643 h 2367643"/>
              <a:gd name="connsiteX5-47" fmla="*/ 0 w 12192000"/>
              <a:gd name="connsiteY5-48" fmla="*/ 0 h 2367643"/>
              <a:gd name="connsiteX0-49" fmla="*/ 0 w 12192000"/>
              <a:gd name="connsiteY0-50" fmla="*/ 17417 h 2385060"/>
              <a:gd name="connsiteX1-51" fmla="*/ 11824236 w 12192000"/>
              <a:gd name="connsiteY1-52" fmla="*/ 0 h 2385060"/>
              <a:gd name="connsiteX2-53" fmla="*/ 12192000 w 12192000"/>
              <a:gd name="connsiteY2-54" fmla="*/ 416811 h 2385060"/>
              <a:gd name="connsiteX3-55" fmla="*/ 12192000 w 12192000"/>
              <a:gd name="connsiteY3-56" fmla="*/ 2385060 h 2385060"/>
              <a:gd name="connsiteX4-57" fmla="*/ 0 w 12192000"/>
              <a:gd name="connsiteY4-58" fmla="*/ 2385060 h 2385060"/>
              <a:gd name="connsiteX5-59" fmla="*/ 0 w 12192000"/>
              <a:gd name="connsiteY5-60" fmla="*/ 17417 h 2385060"/>
              <a:gd name="connsiteX0-61" fmla="*/ 0 w 12192000"/>
              <a:gd name="connsiteY0-62" fmla="*/ 4717 h 2385060"/>
              <a:gd name="connsiteX1-63" fmla="*/ 11824236 w 12192000"/>
              <a:gd name="connsiteY1-64" fmla="*/ 0 h 2385060"/>
              <a:gd name="connsiteX2-65" fmla="*/ 12192000 w 12192000"/>
              <a:gd name="connsiteY2-66" fmla="*/ 416811 h 2385060"/>
              <a:gd name="connsiteX3-67" fmla="*/ 12192000 w 12192000"/>
              <a:gd name="connsiteY3-68" fmla="*/ 2385060 h 2385060"/>
              <a:gd name="connsiteX4-69" fmla="*/ 0 w 12192000"/>
              <a:gd name="connsiteY4-70" fmla="*/ 2385060 h 2385060"/>
              <a:gd name="connsiteX5-71" fmla="*/ 0 w 12192000"/>
              <a:gd name="connsiteY5-72" fmla="*/ 4717 h 2385060"/>
              <a:gd name="connsiteX0-73" fmla="*/ 1361 w 12192000"/>
              <a:gd name="connsiteY0-74" fmla="*/ 635 h 2385060"/>
              <a:gd name="connsiteX1-75" fmla="*/ 11824236 w 12192000"/>
              <a:gd name="connsiteY1-76" fmla="*/ 0 h 2385060"/>
              <a:gd name="connsiteX2-77" fmla="*/ 12192000 w 12192000"/>
              <a:gd name="connsiteY2-78" fmla="*/ 416811 h 2385060"/>
              <a:gd name="connsiteX3-79" fmla="*/ 12192000 w 12192000"/>
              <a:gd name="connsiteY3-80" fmla="*/ 2385060 h 2385060"/>
              <a:gd name="connsiteX4-81" fmla="*/ 0 w 12192000"/>
              <a:gd name="connsiteY4-82" fmla="*/ 2385060 h 2385060"/>
              <a:gd name="connsiteX5-83" fmla="*/ 1361 w 12192000"/>
              <a:gd name="connsiteY5-84" fmla="*/ 635 h 2385060"/>
              <a:gd name="connsiteX0-85" fmla="*/ 27215 w 12192000"/>
              <a:gd name="connsiteY0-86" fmla="*/ 104049 h 2385060"/>
              <a:gd name="connsiteX1-87" fmla="*/ 11824236 w 12192000"/>
              <a:gd name="connsiteY1-88" fmla="*/ 0 h 2385060"/>
              <a:gd name="connsiteX2-89" fmla="*/ 12192000 w 12192000"/>
              <a:gd name="connsiteY2-90" fmla="*/ 416811 h 2385060"/>
              <a:gd name="connsiteX3-91" fmla="*/ 12192000 w 12192000"/>
              <a:gd name="connsiteY3-92" fmla="*/ 2385060 h 2385060"/>
              <a:gd name="connsiteX4-93" fmla="*/ 0 w 12192000"/>
              <a:gd name="connsiteY4-94" fmla="*/ 2385060 h 2385060"/>
              <a:gd name="connsiteX5-95" fmla="*/ 27215 w 12192000"/>
              <a:gd name="connsiteY5-96" fmla="*/ 104049 h 2385060"/>
              <a:gd name="connsiteX0-97" fmla="*/ 131 w 12192130"/>
              <a:gd name="connsiteY0-98" fmla="*/ 635 h 2385060"/>
              <a:gd name="connsiteX1-99" fmla="*/ 11824366 w 12192130"/>
              <a:gd name="connsiteY1-100" fmla="*/ 0 h 2385060"/>
              <a:gd name="connsiteX2-101" fmla="*/ 12192130 w 12192130"/>
              <a:gd name="connsiteY2-102" fmla="*/ 416811 h 2385060"/>
              <a:gd name="connsiteX3-103" fmla="*/ 12192130 w 12192130"/>
              <a:gd name="connsiteY3-104" fmla="*/ 2385060 h 2385060"/>
              <a:gd name="connsiteX4-105" fmla="*/ 130 w 12192130"/>
              <a:gd name="connsiteY4-106" fmla="*/ 2385060 h 2385060"/>
              <a:gd name="connsiteX5-107" fmla="*/ 131 w 12192130"/>
              <a:gd name="connsiteY5-108" fmla="*/ 635 h 2385060"/>
              <a:gd name="connsiteX0-109" fmla="*/ 0 w 21125789"/>
              <a:gd name="connsiteY0-110" fmla="*/ 15726 h 2385060"/>
              <a:gd name="connsiteX1-111" fmla="*/ 20758025 w 21125789"/>
              <a:gd name="connsiteY1-112" fmla="*/ 0 h 2385060"/>
              <a:gd name="connsiteX2-113" fmla="*/ 21125789 w 21125789"/>
              <a:gd name="connsiteY2-114" fmla="*/ 416811 h 2385060"/>
              <a:gd name="connsiteX3-115" fmla="*/ 21125789 w 21125789"/>
              <a:gd name="connsiteY3-116" fmla="*/ 2385060 h 2385060"/>
              <a:gd name="connsiteX4-117" fmla="*/ 8933789 w 21125789"/>
              <a:gd name="connsiteY4-118" fmla="*/ 2385060 h 2385060"/>
              <a:gd name="connsiteX5-119" fmla="*/ 0 w 21125789"/>
              <a:gd name="connsiteY5-120" fmla="*/ 15726 h 2385060"/>
              <a:gd name="connsiteX0-121" fmla="*/ 15093 w 21140882"/>
              <a:gd name="connsiteY0-122" fmla="*/ 15726 h 2385060"/>
              <a:gd name="connsiteX1-123" fmla="*/ 20773118 w 21140882"/>
              <a:gd name="connsiteY1-124" fmla="*/ 0 h 2385060"/>
              <a:gd name="connsiteX2-125" fmla="*/ 21140882 w 21140882"/>
              <a:gd name="connsiteY2-126" fmla="*/ 416811 h 2385060"/>
              <a:gd name="connsiteX3-127" fmla="*/ 21140882 w 21140882"/>
              <a:gd name="connsiteY3-128" fmla="*/ 2385060 h 2385060"/>
              <a:gd name="connsiteX4-129" fmla="*/ 0 w 21140882"/>
              <a:gd name="connsiteY4-130" fmla="*/ 2385060 h 2385060"/>
              <a:gd name="connsiteX5-131" fmla="*/ 15093 w 21140882"/>
              <a:gd name="connsiteY5-132" fmla="*/ 15726 h 2385060"/>
              <a:gd name="connsiteX0-133" fmla="*/ 256547 w 21140882"/>
              <a:gd name="connsiteY0-134" fmla="*/ 45907 h 2385060"/>
              <a:gd name="connsiteX1-135" fmla="*/ 20773118 w 21140882"/>
              <a:gd name="connsiteY1-136" fmla="*/ 0 h 2385060"/>
              <a:gd name="connsiteX2-137" fmla="*/ 21140882 w 21140882"/>
              <a:gd name="connsiteY2-138" fmla="*/ 416811 h 2385060"/>
              <a:gd name="connsiteX3-139" fmla="*/ 21140882 w 21140882"/>
              <a:gd name="connsiteY3-140" fmla="*/ 2385060 h 2385060"/>
              <a:gd name="connsiteX4-141" fmla="*/ 0 w 21140882"/>
              <a:gd name="connsiteY4-142" fmla="*/ 2385060 h 2385060"/>
              <a:gd name="connsiteX5-143" fmla="*/ 256547 w 21140882"/>
              <a:gd name="connsiteY5-144" fmla="*/ 45907 h 2385060"/>
              <a:gd name="connsiteX0-145" fmla="*/ 7548 w 21140882"/>
              <a:gd name="connsiteY0-146" fmla="*/ 634 h 2385060"/>
              <a:gd name="connsiteX1-147" fmla="*/ 20773118 w 21140882"/>
              <a:gd name="connsiteY1-148" fmla="*/ 0 h 2385060"/>
              <a:gd name="connsiteX2-149" fmla="*/ 21140882 w 21140882"/>
              <a:gd name="connsiteY2-150" fmla="*/ 416811 h 2385060"/>
              <a:gd name="connsiteX3-151" fmla="*/ 21140882 w 21140882"/>
              <a:gd name="connsiteY3-152" fmla="*/ 2385060 h 2385060"/>
              <a:gd name="connsiteX4-153" fmla="*/ 0 w 21140882"/>
              <a:gd name="connsiteY4-154" fmla="*/ 2385060 h 2385060"/>
              <a:gd name="connsiteX5-155" fmla="*/ 7548 w 21140882"/>
              <a:gd name="connsiteY5-156" fmla="*/ 634 h 23850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1140882" h="2385060">
                <a:moveTo>
                  <a:pt x="7548" y="634"/>
                </a:moveTo>
                <a:lnTo>
                  <a:pt x="20773118" y="0"/>
                </a:lnTo>
                <a:lnTo>
                  <a:pt x="21140882" y="416811"/>
                </a:lnTo>
                <a:lnTo>
                  <a:pt x="21140882" y="2385060"/>
                </a:lnTo>
                <a:lnTo>
                  <a:pt x="0" y="2385060"/>
                </a:lnTo>
                <a:cubicBezTo>
                  <a:pt x="454" y="1590252"/>
                  <a:pt x="7094" y="795442"/>
                  <a:pt x="7548" y="63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6590" y="3076963"/>
            <a:ext cx="5777800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altLang="zh-CN" sz="7500" dirty="0">
                <a:solidFill>
                  <a:schemeClr val="bg1"/>
                </a:solidFill>
                <a:latin typeface="Arial" panose="020B0604020202020204" pitchFamily="34" charset="0"/>
                <a:ea typeface="思源黑体 CN Medium" panose="020B0600000000000000" pitchFamily="34" charset="-122"/>
                <a:cs typeface="Arial" panose="020B0604020202020204" pitchFamily="34" charset="0"/>
              </a:rPr>
              <a:t>THANK YOU</a:t>
            </a:r>
            <a:endParaRPr lang="en-US" altLang="zh-CN" sz="7500" dirty="0">
              <a:solidFill>
                <a:schemeClr val="bg1"/>
              </a:solidFill>
              <a:latin typeface="Arial" panose="020B0604020202020204" pitchFamily="34" charset="0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346*333"/>
  <p:tag name="TABLE_ENDDRAG_RECT" val="348*54*346*33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marL="342900" indent="-342900">
          <a:buFont typeface="Arial" panose="020B0604020202020204" pitchFamily="34" charset="0"/>
          <a:buChar char="•"/>
          <a:defRPr lang="zh-CN" altLang="en-US" sz="1600">
            <a:latin typeface="微软雅黑" panose="020B0503020204020204" pitchFamily="34" charset="-122"/>
            <a:ea typeface="微软雅黑" panose="020B0503020204020204" pitchFamily="34" charset="-122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919</Words>
  <Application>WPS 演示</Application>
  <PresentationFormat>全屏显示(16:9)</PresentationFormat>
  <Paragraphs>159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等线</vt:lpstr>
      <vt:lpstr>Calibri</vt:lpstr>
      <vt:lpstr>Times New Roman</vt:lpstr>
      <vt:lpstr>黑体</vt:lpstr>
      <vt:lpstr>Wingdings</vt:lpstr>
      <vt:lpstr>思源黑体 CN Medium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BYD COMPANY LIMITED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jy1847345</dc:creator>
  <cp:lastModifiedBy>du.tong</cp:lastModifiedBy>
  <cp:revision>1461</cp:revision>
  <dcterms:created xsi:type="dcterms:W3CDTF">2015-03-23T09:57:00Z</dcterms:created>
  <dcterms:modified xsi:type="dcterms:W3CDTF">2025-09-04T08:31:36Z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ISdDocName">
    <vt:lpwstr>BYDPRO3900031</vt:lpwstr>
  </property>
  <property fmtid="{D5CDD505-2E9C-101B-9397-08002B2CF9AE}" pid="3" name="DISProperties">
    <vt:lpwstr>DISdDocName,DIScgiUrl,DISdUser,DISdID,DISidcName,DISTaskPaneUrl</vt:lpwstr>
  </property>
  <property fmtid="{D5CDD505-2E9C-101B-9397-08002B2CF9AE}" pid="4" name="DIScgiUrl">
    <vt:lpwstr>http://10.9.38.54:16200/cs/idcplg</vt:lpwstr>
  </property>
  <property fmtid="{D5CDD505-2E9C-101B-9397-08002B2CF9AE}" pid="5" name="DISdUser">
    <vt:lpwstr>weblogic</vt:lpwstr>
  </property>
  <property fmtid="{D5CDD505-2E9C-101B-9397-08002B2CF9AE}" pid="6" name="DISdID">
    <vt:lpwstr>4142552</vt:lpwstr>
  </property>
  <property fmtid="{D5CDD505-2E9C-101B-9397-08002B2CF9AE}" pid="7" name="DISidcName">
    <vt:lpwstr>BYD_UCM</vt:lpwstr>
  </property>
  <property fmtid="{D5CDD505-2E9C-101B-9397-08002B2CF9AE}" pid="8" name="DISTaskPaneUrl">
    <vt:lpwstr>http://10.9.38.54:16200/cs/idcplg?IdcService=DESKTOP_DOC_INFO&amp;dDocName=BYDPRO3900031&amp;dID=4142552&amp;ClientControlled=DocMan,taskpane&amp;coreContentOnly=1</vt:lpwstr>
  </property>
  <property fmtid="{D5CDD505-2E9C-101B-9397-08002B2CF9AE}" pid="9" name="KSOProductBuildVer">
    <vt:lpwstr>2052-12.8.2.16730</vt:lpwstr>
  </property>
  <property fmtid="{D5CDD505-2E9C-101B-9397-08002B2CF9AE}" pid="10" name="ICV">
    <vt:lpwstr>763BC61D39E547609F9F7471D829E4EC</vt:lpwstr>
  </property>
</Properties>
</file>